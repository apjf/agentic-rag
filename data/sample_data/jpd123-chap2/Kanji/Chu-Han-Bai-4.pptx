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7" r:id="rId2"/>
  </p:sldMasterIdLst>
  <p:notesMasterIdLst>
    <p:notesMasterId r:id="rId13"/>
  </p:notesMasterIdLst>
  <p:handoutMasterIdLst>
    <p:handoutMasterId r:id="rId14"/>
  </p:handoutMasterIdLst>
  <p:sldIdLst>
    <p:sldId id="256" r:id="rId3"/>
    <p:sldId id="258" r:id="rId4"/>
    <p:sldId id="259" r:id="rId5"/>
    <p:sldId id="260" r:id="rId6"/>
    <p:sldId id="261" r:id="rId7"/>
    <p:sldId id="262" r:id="rId8"/>
    <p:sldId id="273" r:id="rId9"/>
    <p:sldId id="265" r:id="rId10"/>
    <p:sldId id="266" r:id="rId11"/>
    <p:sldId id="267" r:id="rId12"/>
  </p:sldIdLst>
  <p:sldSz cx="12188825" cy="6858000"/>
  <p:notesSz cx="6858000" cy="9144000"/>
  <p:custDataLst>
    <p:tags r:id="rId1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8" autoAdjust="0"/>
    <p:restoredTop sz="94660"/>
  </p:normalViewPr>
  <p:slideViewPr>
    <p:cSldViewPr>
      <p:cViewPr varScale="1">
        <p:scale>
          <a:sx n="39" d="100"/>
          <a:sy n="39" d="100"/>
        </p:scale>
        <p:origin x="60" y="64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659ACC-BB8B-40BD-9C3D-7515A99833BA}" type="datetimeFigureOut">
              <a:rPr lang="en-US"/>
              <a:t>7/30/2025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02B09C-4EB4-4858-8C5D-928515EB5FA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14700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B3F5D-6129-4745-AD27-E1F8E3F0C4BE}" type="datetimeFigureOut">
              <a:rPr lang="en-US"/>
              <a:t>7/30/2025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640D2E-0C1A-4418-8763-9BB732EB1D2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6368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019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629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393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293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9751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390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1697" y="1871132"/>
            <a:ext cx="6813894" cy="1515533"/>
          </a:xfrm>
        </p:spPr>
        <p:txBody>
          <a:bodyPr anchor="b">
            <a:noAutofit/>
          </a:bodyPr>
          <a:lstStyle>
            <a:lvl1pPr algn="ctr">
              <a:defRPr sz="5398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1697" y="3657597"/>
            <a:ext cx="6813894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099">
                <a:solidFill>
                  <a:schemeClr val="tx1"/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1154" y="5037663"/>
            <a:ext cx="897233" cy="2794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1696" y="5037663"/>
            <a:ext cx="5213277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4568" y="5037663"/>
            <a:ext cx="551023" cy="2794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1698" y="3522131"/>
            <a:ext cx="68138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2241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BB9F7-FE8F-4CB7-B90F-B7A115B006F6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8EBC-E876-4F75-A8E2-294E58003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524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4544" y="1752606"/>
            <a:ext cx="8156563" cy="1822514"/>
          </a:xfrm>
        </p:spPr>
        <p:txBody>
          <a:bodyPr anchor="b">
            <a:normAutofit/>
          </a:bodyPr>
          <a:lstStyle>
            <a:lvl1pPr algn="ctr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4542" y="3846052"/>
            <a:ext cx="8156565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3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199" y="3710585"/>
            <a:ext cx="816125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7668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110" y="2560320"/>
            <a:ext cx="4717075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9734" y="2560320"/>
            <a:ext cx="4717075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365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3" y="2658533"/>
            <a:ext cx="4717075" cy="576262"/>
          </a:xfrm>
        </p:spPr>
        <p:txBody>
          <a:bodyPr anchor="b">
            <a:noAutofit/>
          </a:bodyPr>
          <a:lstStyle>
            <a:lvl1pPr marL="0" indent="0">
              <a:buNone/>
              <a:defRPr sz="2799" b="0">
                <a:solidFill>
                  <a:schemeClr val="accent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063" y="3243263"/>
            <a:ext cx="4717075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9062" y="2658533"/>
            <a:ext cx="4717075" cy="576262"/>
          </a:xfrm>
        </p:spPr>
        <p:txBody>
          <a:bodyPr anchor="b">
            <a:noAutofit/>
          </a:bodyPr>
          <a:lstStyle>
            <a:lvl1pPr marL="0" indent="0">
              <a:buNone/>
              <a:defRPr sz="2799" b="0">
                <a:solidFill>
                  <a:schemeClr val="accent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9062" y="3243263"/>
            <a:ext cx="4717075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rPr lang="en-US" smtClean="0"/>
              <a:t>7/30/2025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5419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t>7/30/2025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8422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67DBB-F8DB-48F4-997A-49FAD7ECC765}" type="datetime1">
              <a:rPr lang="en-US" smtClean="0"/>
              <a:t>7/30/2025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10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474" y="1388534"/>
            <a:ext cx="3717487" cy="1371600"/>
          </a:xfrm>
        </p:spPr>
        <p:txBody>
          <a:bodyPr anchor="b">
            <a:normAutofit/>
          </a:bodyPr>
          <a:lstStyle>
            <a:lvl1pPr algn="ctr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7257" y="982132"/>
            <a:ext cx="5468042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474" y="3031065"/>
            <a:ext cx="3717487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884F-698C-4153-AB67-9A0F214F106F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EA86-1680-48AE-B31F-3E3431F3A32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5805" y="2912533"/>
            <a:ext cx="35135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211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1" y="1883832"/>
            <a:ext cx="6240191" cy="1371600"/>
          </a:xfrm>
        </p:spPr>
        <p:txBody>
          <a:bodyPr anchor="b">
            <a:normAutofit/>
          </a:bodyPr>
          <a:lstStyle>
            <a:lvl1pPr algn="ctr">
              <a:defRPr sz="27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2724" y="1041400"/>
            <a:ext cx="3062549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061" y="3255432"/>
            <a:ext cx="624019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743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4" y="4815415"/>
            <a:ext cx="9607163" cy="566738"/>
          </a:xfrm>
        </p:spPr>
        <p:txBody>
          <a:bodyPr anchor="b">
            <a:normAutofit/>
          </a:bodyPr>
          <a:lstStyle>
            <a:lvl1pPr algn="ctr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156" y="1041400"/>
            <a:ext cx="10103340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064" y="5382153"/>
            <a:ext cx="9607163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pPr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34386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528" y="982132"/>
            <a:ext cx="9590234" cy="2954868"/>
          </a:xfrm>
        </p:spPr>
        <p:txBody>
          <a:bodyPr anchor="ctr">
            <a:normAutofit/>
          </a:bodyPr>
          <a:lstStyle>
            <a:lvl1pPr algn="ctr">
              <a:defRPr sz="31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528" y="4343400"/>
            <a:ext cx="9590234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5806" y="4140199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91475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982132"/>
            <a:ext cx="9293977" cy="2370668"/>
          </a:xfrm>
        </p:spPr>
        <p:txBody>
          <a:bodyPr anchor="ctr">
            <a:normAutofit/>
          </a:bodyPr>
          <a:lstStyle>
            <a:lvl1pPr algn="ctr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376" y="3352800"/>
            <a:ext cx="8836900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999"/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4343400"/>
            <a:ext cx="9607163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1789" y="87996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97507" y="2827870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5806" y="4140199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35455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5" y="3308581"/>
            <a:ext cx="9607165" cy="1468800"/>
          </a:xfrm>
        </p:spPr>
        <p:txBody>
          <a:bodyPr anchor="b">
            <a:normAutofit/>
          </a:bodyPr>
          <a:lstStyle>
            <a:lvl1pPr algn="l">
              <a:defRPr sz="31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4777381"/>
            <a:ext cx="9607165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96204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982132"/>
            <a:ext cx="9293977" cy="2243668"/>
          </a:xfrm>
        </p:spPr>
        <p:txBody>
          <a:bodyPr anchor="ctr">
            <a:normAutofit/>
          </a:bodyPr>
          <a:lstStyle>
            <a:lvl1pPr algn="ctr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064" y="3639312"/>
            <a:ext cx="9607165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3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4529667"/>
            <a:ext cx="9607165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1789" y="87996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7507" y="259926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5806" y="3429000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76465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4" y="982132"/>
            <a:ext cx="9607163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064" y="3630168"/>
            <a:ext cx="9607165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3" y="4470400"/>
            <a:ext cx="9607167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5806" y="3429000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25509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438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7013" y="982132"/>
            <a:ext cx="1890403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061" y="982132"/>
            <a:ext cx="7431089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1582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58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065" y="982133"/>
            <a:ext cx="95986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2556932"/>
            <a:ext cx="95986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5241" y="5969000"/>
            <a:ext cx="15997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01A9C7-C274-4F50-89C9-83BDB06EDB81}" type="datetime1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064" y="5969000"/>
            <a:ext cx="73039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1205" y="5969000"/>
            <a:ext cx="542556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BBE7942-5B1B-4E74-B3CD-25BF9B0ABE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436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defTabSz="457063" rtl="0" eaLnBrk="1" latinLnBrk="0" hangingPunct="1">
        <a:spcBef>
          <a:spcPct val="0"/>
        </a:spcBef>
        <a:buNone/>
        <a:defRPr sz="4399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664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39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99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199790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79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2587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1999650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2284412" y="1295400"/>
            <a:ext cx="7728858" cy="37577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39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HGMaruGothicMPRO" panose="020F0609000000000000" pitchFamily="49" charset="-128"/>
                <a:ea typeface="HGMaruGothicMPRO" panose="020F0609000000000000" pitchFamily="49" charset="-128"/>
              </a:rPr>
              <a:t>漢字</a:t>
            </a:r>
            <a:endParaRPr lang="en-US" sz="24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HGMaruGothicMPRO" panose="020F0609000000000000" pitchFamily="49" charset="-128"/>
              <a:ea typeface="HGMaruGothicMPRO" panose="020F0609000000000000" pitchFamily="49" charset="-128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613956" y="3753280"/>
            <a:ext cx="2852056" cy="104732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450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176192" y="1261209"/>
            <a:ext cx="3833838" cy="3733800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東</a:t>
            </a:r>
            <a:endParaRPr lang="en-US" sz="24500" dirty="0">
              <a:solidFill>
                <a:schemeClr val="tx1"/>
              </a:solidFill>
              <a:latin typeface="NtMotoyaKyotai" pitchFamily="18" charset="-128"/>
              <a:ea typeface="NtMotoyaKyotai" pitchFamily="18" charset="-128"/>
            </a:endParaRPr>
          </a:p>
          <a:p>
            <a:pPr algn="ctr"/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102510" y="6077072"/>
            <a:ext cx="1981200" cy="4572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800" dirty="0">
                <a:solidFill>
                  <a:srgbClr val="000000"/>
                </a:solidFill>
                <a:latin typeface="Tahoma" charset="0"/>
                <a:cs typeface="Tahoma" charset="0"/>
              </a:rPr>
              <a:t>(ĐÔNG)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23645" y="576616"/>
            <a:ext cx="2738931" cy="43194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とう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723645" y="5214818"/>
            <a:ext cx="2738931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ひがし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691ECA6C-4277-4DC9-A336-70B013D88EB5}"/>
              </a:ext>
            </a:extLst>
          </p:cNvPr>
          <p:cNvSpPr/>
          <p:nvPr/>
        </p:nvSpPr>
        <p:spPr>
          <a:xfrm>
            <a:off x="6551612" y="1956698"/>
            <a:ext cx="4206853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800" b="1" dirty="0">
                <a:solidFill>
                  <a:schemeClr val="tx1"/>
                </a:solidFill>
              </a:rPr>
              <a:t>東</a:t>
            </a:r>
            <a:r>
              <a:rPr lang="ja-JP" altLang="en-US" sz="2800" b="1" dirty="0">
                <a:solidFill>
                  <a:prstClr val="black"/>
                </a:solidFill>
              </a:rPr>
              <a:t>（</a:t>
            </a:r>
            <a:r>
              <a:rPr lang="ja-JP" altLang="en-US" sz="2800" b="1" dirty="0">
                <a:solidFill>
                  <a:schemeClr val="tx1"/>
                </a:solidFill>
              </a:rPr>
              <a:t>ひがし</a:t>
            </a:r>
            <a:r>
              <a:rPr lang="ja-JP" altLang="en-US" sz="2800" b="1" dirty="0">
                <a:solidFill>
                  <a:prstClr val="black"/>
                </a:solidFill>
              </a:rPr>
              <a:t>）： </a:t>
            </a:r>
            <a:endParaRPr lang="en-US" altLang="ja-JP" sz="2800" b="1" dirty="0">
              <a:solidFill>
                <a:prstClr val="black"/>
              </a:solidFill>
            </a:endParaRPr>
          </a:p>
          <a:p>
            <a:pPr algn="ctr"/>
            <a:r>
              <a:rPr lang="en-US" sz="2800" b="1" dirty="0" err="1">
                <a:solidFill>
                  <a:prstClr val="black"/>
                </a:solidFill>
              </a:rPr>
              <a:t>Hướng</a:t>
            </a:r>
            <a:r>
              <a:rPr lang="en-US" sz="2800" b="1" dirty="0">
                <a:solidFill>
                  <a:prstClr val="black"/>
                </a:solidFill>
              </a:rPr>
              <a:t> </a:t>
            </a:r>
            <a:r>
              <a:rPr lang="en-US" sz="2800" b="1" dirty="0" err="1">
                <a:solidFill>
                  <a:prstClr val="black"/>
                </a:solidFill>
              </a:rPr>
              <a:t>đông</a:t>
            </a:r>
            <a:endParaRPr lang="en-US" sz="2800" b="1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AB8188-B85D-4134-92AB-A6F31910C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89857">
            <a:off x="7246108" y="4641462"/>
            <a:ext cx="4457700" cy="16954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71248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7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065211" y="1302264"/>
            <a:ext cx="4206853" cy="3803135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京</a:t>
            </a:r>
            <a:endParaRPr lang="en-US" sz="245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182564" y="6139642"/>
            <a:ext cx="1981200" cy="4572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800" dirty="0">
                <a:solidFill>
                  <a:srgbClr val="000000"/>
                </a:solidFill>
                <a:latin typeface="Tahoma" charset="0"/>
                <a:cs typeface="Tahoma" charset="0"/>
              </a:rPr>
              <a:t>(KINH)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50947" y="489758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きょう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BAA9FB46-01D5-4CAA-B286-6E568CC4012D}"/>
              </a:ext>
            </a:extLst>
          </p:cNvPr>
          <p:cNvSpPr/>
          <p:nvPr/>
        </p:nvSpPr>
        <p:spPr>
          <a:xfrm>
            <a:off x="6627812" y="1905000"/>
            <a:ext cx="4206853" cy="109787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東京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とうきょう</a:t>
            </a:r>
            <a:r>
              <a:rPr lang="en-US" altLang="ja-JP" sz="2800" b="1" dirty="0">
                <a:solidFill>
                  <a:schemeClr val="tx1"/>
                </a:solidFill>
              </a:rPr>
              <a:t>):</a:t>
            </a:r>
          </a:p>
          <a:p>
            <a:pPr algn="ctr"/>
            <a:r>
              <a:rPr lang="en-US" altLang="ja-JP" sz="2800" b="1" dirty="0">
                <a:solidFill>
                  <a:schemeClr val="tx1"/>
                </a:solidFill>
              </a:rPr>
              <a:t> </a:t>
            </a:r>
            <a:r>
              <a:rPr lang="en-US" altLang="ja-JP" sz="2800" b="1" dirty="0" err="1">
                <a:solidFill>
                  <a:schemeClr val="tx1"/>
                </a:solidFill>
              </a:rPr>
              <a:t>Kinh</a:t>
            </a:r>
            <a:r>
              <a:rPr lang="en-US" altLang="ja-JP" sz="2800" b="1" dirty="0">
                <a:solidFill>
                  <a:schemeClr val="tx1"/>
                </a:solidFill>
              </a:rPr>
              <a:t> </a:t>
            </a:r>
            <a:r>
              <a:rPr lang="en-US" altLang="ja-JP" sz="2800" b="1" dirty="0" err="1">
                <a:solidFill>
                  <a:schemeClr val="tx1"/>
                </a:solidFill>
              </a:rPr>
              <a:t>đô</a:t>
            </a:r>
            <a:r>
              <a:rPr lang="en-US" altLang="ja-JP" sz="2800" b="1" dirty="0">
                <a:solidFill>
                  <a:schemeClr val="tx1"/>
                </a:solidFill>
              </a:rPr>
              <a:t>, </a:t>
            </a:r>
            <a:r>
              <a:rPr lang="en-US" altLang="ja-JP" sz="2800" b="1" dirty="0" err="1">
                <a:solidFill>
                  <a:schemeClr val="tx1"/>
                </a:solidFill>
              </a:rPr>
              <a:t>kinh</a:t>
            </a:r>
            <a:r>
              <a:rPr lang="en-US" altLang="ja-JP" sz="2800" b="1" dirty="0">
                <a:solidFill>
                  <a:schemeClr val="tx1"/>
                </a:solidFill>
              </a:rPr>
              <a:t> </a:t>
            </a:r>
            <a:r>
              <a:rPr lang="en-US" altLang="ja-JP" sz="2800" b="1" dirty="0" err="1">
                <a:solidFill>
                  <a:schemeClr val="tx1"/>
                </a:solidFill>
              </a:rPr>
              <a:t>thành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7274D7-8782-49E7-908E-CACF35A5F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54776">
            <a:off x="7291655" y="4539870"/>
            <a:ext cx="4324350" cy="16764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51712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989011" y="1275761"/>
            <a:ext cx="3794083" cy="3976437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名</a:t>
            </a:r>
            <a:endParaRPr lang="en-US" sz="245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783249" y="6181854"/>
            <a:ext cx="1981200" cy="4572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  <a:latin typeface="Tahoma" charset="0"/>
                <a:cs typeface="Tahoma" charset="0"/>
              </a:rPr>
              <a:t>(DANH)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74812" y="506133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めい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404384" y="5412226"/>
            <a:ext cx="2738931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な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04405711-1293-4571-ABAD-31B306493B94}"/>
              </a:ext>
            </a:extLst>
          </p:cNvPr>
          <p:cNvSpPr/>
          <p:nvPr/>
        </p:nvSpPr>
        <p:spPr>
          <a:xfrm>
            <a:off x="6704012" y="1851699"/>
            <a:ext cx="4206853" cy="99614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prstClr val="black"/>
                </a:solidFill>
              </a:rPr>
              <a:t>	</a:t>
            </a:r>
            <a:r>
              <a:rPr lang="ja-JP" alt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名</a:t>
            </a:r>
            <a:r>
              <a:rPr lang="ja-JP" altLang="en-US" sz="2800" dirty="0"/>
              <a:t>（</a:t>
            </a:r>
            <a:r>
              <a:rPr lang="ja-JP" altLang="en-US" sz="2800" b="1" dirty="0">
                <a:solidFill>
                  <a:schemeClr val="tx1"/>
                </a:solidFill>
              </a:rPr>
              <a:t>な</a:t>
            </a:r>
            <a:r>
              <a:rPr lang="ja-JP" altLang="en-US" sz="2800" dirty="0"/>
              <a:t>） </a:t>
            </a:r>
            <a:r>
              <a:rPr lang="en-US" altLang="ja-JP" sz="2800" dirty="0"/>
              <a:t>:</a:t>
            </a:r>
            <a:r>
              <a:rPr lang="en-US" altLang="ja-JP" sz="2800" b="1" dirty="0">
                <a:solidFill>
                  <a:prstClr val="black"/>
                </a:solidFill>
              </a:rPr>
              <a:t> </a:t>
            </a:r>
          </a:p>
          <a:p>
            <a:pPr algn="ctr"/>
            <a:r>
              <a:rPr lang="en-US" sz="2800" dirty="0" err="1"/>
              <a:t>Tên</a:t>
            </a:r>
            <a:r>
              <a:rPr lang="en-US" sz="2800" dirty="0"/>
              <a:t>, </a:t>
            </a:r>
            <a:r>
              <a:rPr lang="en-US" sz="2800" dirty="0" err="1"/>
              <a:t>nổi</a:t>
            </a:r>
            <a:r>
              <a:rPr lang="en-US" sz="2800" dirty="0"/>
              <a:t> </a:t>
            </a:r>
            <a:r>
              <a:rPr lang="en-US" sz="2800" dirty="0" err="1"/>
              <a:t>tiếng</a:t>
            </a:r>
            <a:r>
              <a:rPr lang="en-US" sz="2800" dirty="0"/>
              <a:t>, </a:t>
            </a:r>
            <a:r>
              <a:rPr lang="en-US" sz="2800" dirty="0" err="1"/>
              <a:t>danh</a:t>
            </a:r>
            <a:r>
              <a:rPr lang="en-US" sz="2800" dirty="0"/>
              <a:t> </a:t>
            </a:r>
            <a:r>
              <a:rPr lang="en-US" sz="2800" dirty="0" err="1"/>
              <a:t>dự</a:t>
            </a:r>
            <a:endParaRPr lang="en-US" sz="2800" b="1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89030C-5297-4FA9-82B1-2914EE9D5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18937">
            <a:off x="6471065" y="4244220"/>
            <a:ext cx="5014407" cy="196475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61972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7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197476" y="1419250"/>
            <a:ext cx="3844860" cy="3726868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前</a:t>
            </a:r>
            <a:endParaRPr lang="en-US" sz="245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129306" y="6194079"/>
            <a:ext cx="1981200" cy="4572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(TIỀN)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20868" y="578302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ぜん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897410" y="5365298"/>
            <a:ext cx="2444992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まえ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D8A5D783-3118-4965-B12B-EBBC7A8C03CC}"/>
              </a:ext>
            </a:extLst>
          </p:cNvPr>
          <p:cNvSpPr/>
          <p:nvPr/>
        </p:nvSpPr>
        <p:spPr>
          <a:xfrm>
            <a:off x="6522808" y="1004628"/>
            <a:ext cx="4206853" cy="7620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prstClr val="black"/>
                </a:solidFill>
              </a:rPr>
              <a:t>	</a:t>
            </a:r>
            <a:r>
              <a:rPr lang="ja-JP" altLang="en-US" sz="2800" b="1" dirty="0">
                <a:solidFill>
                  <a:srgbClr val="FF0000"/>
                </a:solidFill>
              </a:rPr>
              <a:t>名前</a:t>
            </a:r>
            <a:r>
              <a:rPr lang="ja-JP" altLang="en-US" sz="2800" dirty="0">
                <a:solidFill>
                  <a:srgbClr val="FF0000"/>
                </a:solidFill>
              </a:rPr>
              <a:t>（</a:t>
            </a:r>
            <a:r>
              <a:rPr lang="ja-JP" altLang="en-US" sz="2800" b="1" dirty="0">
                <a:solidFill>
                  <a:srgbClr val="FF0000"/>
                </a:solidFill>
              </a:rPr>
              <a:t>なまえ</a:t>
            </a:r>
            <a:r>
              <a:rPr lang="ja-JP" altLang="en-US" sz="2800" dirty="0">
                <a:solidFill>
                  <a:srgbClr val="FF0000"/>
                </a:solidFill>
              </a:rPr>
              <a:t>）</a:t>
            </a:r>
            <a:r>
              <a:rPr lang="en-US" altLang="ja-JP" sz="2800" dirty="0"/>
              <a:t>:</a:t>
            </a:r>
            <a:r>
              <a:rPr lang="ja-JP" altLang="en-US" sz="2800" dirty="0"/>
              <a:t> </a:t>
            </a:r>
            <a:endParaRPr lang="en-US" altLang="ja-JP" sz="2800" dirty="0"/>
          </a:p>
          <a:p>
            <a:pPr algn="ctr"/>
            <a:r>
              <a:rPr lang="en-US" altLang="ja-JP" sz="2800" b="1" dirty="0" err="1"/>
              <a:t>Cây</a:t>
            </a:r>
            <a:r>
              <a:rPr lang="en-US" altLang="ja-JP" sz="2800" b="1" dirty="0"/>
              <a:t> , </a:t>
            </a:r>
            <a:r>
              <a:rPr lang="en-US" altLang="ja-JP" sz="2800" b="1" dirty="0" err="1"/>
              <a:t>gỗ</a:t>
            </a:r>
            <a:endParaRPr lang="en-US" altLang="ja-JP" sz="2800" b="1" dirty="0">
              <a:solidFill>
                <a:prstClr val="black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22AD16-275B-42A0-924A-7DB1DDCEF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35691">
            <a:off x="7225606" y="4517572"/>
            <a:ext cx="4343400" cy="1695450"/>
          </a:xfrm>
          <a:prstGeom prst="rect">
            <a:avLst/>
          </a:prstGeom>
        </p:spPr>
      </p:pic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1B8C18B0-A046-4F88-A5C7-49852D33716C}"/>
              </a:ext>
            </a:extLst>
          </p:cNvPr>
          <p:cNvSpPr/>
          <p:nvPr/>
        </p:nvSpPr>
        <p:spPr>
          <a:xfrm>
            <a:off x="6522808" y="2072164"/>
            <a:ext cx="4206853" cy="99614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prstClr val="black"/>
                </a:solidFill>
              </a:rPr>
              <a:t>	</a:t>
            </a:r>
            <a:r>
              <a:rPr lang="ja-JP" altLang="en-US" sz="2800" b="1" dirty="0">
                <a:solidFill>
                  <a:schemeClr val="tx1"/>
                </a:solidFill>
              </a:rPr>
              <a:t>前</a:t>
            </a:r>
            <a:r>
              <a:rPr lang="ja-JP" altLang="en-US" sz="2800" dirty="0"/>
              <a:t>（</a:t>
            </a:r>
            <a:r>
              <a:rPr lang="ja-JP" altLang="en-US" sz="2800" b="1" dirty="0">
                <a:solidFill>
                  <a:schemeClr val="tx1"/>
                </a:solidFill>
              </a:rPr>
              <a:t>まえ</a:t>
            </a:r>
            <a:r>
              <a:rPr lang="ja-JP" altLang="en-US" sz="2800" dirty="0"/>
              <a:t>） </a:t>
            </a:r>
            <a:r>
              <a:rPr lang="en-US" altLang="ja-JP" sz="2800" dirty="0"/>
              <a:t>:</a:t>
            </a:r>
            <a:r>
              <a:rPr lang="en-US" altLang="ja-JP" sz="2800" b="1" dirty="0">
                <a:solidFill>
                  <a:prstClr val="black"/>
                </a:solidFill>
              </a:rPr>
              <a:t> </a:t>
            </a:r>
          </a:p>
          <a:p>
            <a:pPr algn="ctr"/>
            <a:r>
              <a:rPr lang="en-US" sz="2800" dirty="0" err="1"/>
              <a:t>Trước</a:t>
            </a:r>
            <a:r>
              <a:rPr lang="en-US" sz="2800" dirty="0"/>
              <a:t>, </a:t>
            </a:r>
            <a:r>
              <a:rPr lang="en-US" sz="2800" dirty="0" err="1"/>
              <a:t>phía</a:t>
            </a:r>
            <a:r>
              <a:rPr lang="en-US" sz="2800" dirty="0"/>
              <a:t> </a:t>
            </a:r>
            <a:r>
              <a:rPr lang="en-US" sz="2800" dirty="0" err="1"/>
              <a:t>trước</a:t>
            </a:r>
            <a:endParaRPr lang="en-US" sz="28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E72F907-9D07-4023-B958-9B184136D844}"/>
              </a:ext>
            </a:extLst>
          </p:cNvPr>
          <p:cNvSpPr/>
          <p:nvPr/>
        </p:nvSpPr>
        <p:spPr>
          <a:xfrm>
            <a:off x="6522807" y="3346633"/>
            <a:ext cx="4206853" cy="99614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prstClr val="black"/>
                </a:solidFill>
              </a:rPr>
              <a:t>	</a:t>
            </a:r>
            <a:r>
              <a:rPr lang="ja-JP" altLang="en-US" sz="2800" b="1" dirty="0">
                <a:solidFill>
                  <a:schemeClr val="tx1"/>
                </a:solidFill>
              </a:rPr>
              <a:t>前日</a:t>
            </a:r>
            <a:r>
              <a:rPr lang="ja-JP" altLang="en-US" sz="2800" dirty="0"/>
              <a:t>（</a:t>
            </a:r>
            <a:r>
              <a:rPr lang="ja-JP" altLang="en-US" sz="2800" b="1" dirty="0">
                <a:solidFill>
                  <a:schemeClr val="tx1"/>
                </a:solidFill>
              </a:rPr>
              <a:t>ぜんじつ</a:t>
            </a:r>
            <a:r>
              <a:rPr lang="ja-JP" altLang="en-US" sz="2800" dirty="0"/>
              <a:t>） </a:t>
            </a:r>
            <a:r>
              <a:rPr lang="en-US" altLang="ja-JP" sz="2800" dirty="0"/>
              <a:t>:</a:t>
            </a:r>
            <a:r>
              <a:rPr lang="en-US" altLang="ja-JP" sz="2800" b="1" dirty="0">
                <a:solidFill>
                  <a:prstClr val="black"/>
                </a:solidFill>
              </a:rPr>
              <a:t> </a:t>
            </a:r>
          </a:p>
          <a:p>
            <a:pPr algn="ctr"/>
            <a:r>
              <a:rPr lang="en-US" sz="2800" dirty="0" err="1"/>
              <a:t>Ngày</a:t>
            </a:r>
            <a:r>
              <a:rPr lang="en-US" sz="2800" dirty="0"/>
              <a:t> </a:t>
            </a:r>
            <a:r>
              <a:rPr lang="en-US" sz="2800" dirty="0" err="1"/>
              <a:t>trước</a:t>
            </a:r>
            <a:r>
              <a:rPr lang="en-US" sz="2800" dirty="0"/>
              <a:t>, </a:t>
            </a:r>
            <a:r>
              <a:rPr lang="en-US" sz="2800" dirty="0" err="1"/>
              <a:t>hôm</a:t>
            </a:r>
            <a:r>
              <a:rPr lang="en-US" sz="2800" dirty="0"/>
              <a:t> </a:t>
            </a:r>
            <a:r>
              <a:rPr lang="en-US" sz="2800" dirty="0" err="1"/>
              <a:t>trước</a:t>
            </a:r>
            <a:endParaRPr lang="en-US" sz="2800" b="1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94837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7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281997" y="1417482"/>
            <a:ext cx="4010967" cy="3781232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ja-JP" altLang="en-US" sz="24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国</a:t>
            </a:r>
            <a:endParaRPr lang="en-US" sz="245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311350" y="6256184"/>
            <a:ext cx="1981200" cy="4572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(QUỐC)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77014" y="533400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こく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932485" y="5440518"/>
            <a:ext cx="2738931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くに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59D10800-64C6-46E6-89C0-F9A3D9E24332}"/>
              </a:ext>
            </a:extLst>
          </p:cNvPr>
          <p:cNvSpPr/>
          <p:nvPr/>
        </p:nvSpPr>
        <p:spPr>
          <a:xfrm>
            <a:off x="6699975" y="1330396"/>
            <a:ext cx="4206853" cy="10668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外国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がいこく</a:t>
            </a:r>
            <a:r>
              <a:rPr lang="en-US" altLang="ja-JP" sz="2800" b="1" dirty="0">
                <a:solidFill>
                  <a:schemeClr val="tx1"/>
                </a:solidFill>
              </a:rPr>
              <a:t>)</a:t>
            </a:r>
            <a:r>
              <a:rPr lang="ja-JP" altLang="en-US" sz="2800" dirty="0"/>
              <a:t> </a:t>
            </a:r>
            <a:r>
              <a:rPr lang="en-US" altLang="ja-JP" sz="2800" dirty="0"/>
              <a:t>:</a:t>
            </a:r>
          </a:p>
          <a:p>
            <a:pPr algn="ctr"/>
            <a:r>
              <a:rPr lang="en-US" altLang="ja-JP" sz="28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ja-JP" sz="2800" dirty="0" err="1">
                <a:solidFill>
                  <a:prstClr val="black"/>
                </a:solidFill>
                <a:latin typeface="Calibri"/>
              </a:rPr>
              <a:t>Nước</a:t>
            </a:r>
            <a:r>
              <a:rPr lang="en-US" altLang="ja-JP" sz="28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ja-JP" sz="2800" dirty="0" err="1">
                <a:solidFill>
                  <a:prstClr val="black"/>
                </a:solidFill>
                <a:latin typeface="Calibri"/>
              </a:rPr>
              <a:t>ngoài</a:t>
            </a:r>
            <a:endParaRPr lang="en-US" altLang="ja-JP" sz="2800" dirty="0">
              <a:solidFill>
                <a:prstClr val="black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D094A0-869A-4DB8-9734-63C09EB2B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168375">
            <a:off x="6809078" y="4310297"/>
            <a:ext cx="4685513" cy="188854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CED5CE39-62EB-411B-91FD-212C27490794}"/>
              </a:ext>
            </a:extLst>
          </p:cNvPr>
          <p:cNvSpPr/>
          <p:nvPr/>
        </p:nvSpPr>
        <p:spPr>
          <a:xfrm>
            <a:off x="6699974" y="2895600"/>
            <a:ext cx="4206853" cy="10668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国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くに</a:t>
            </a:r>
            <a:r>
              <a:rPr lang="en-US" altLang="ja-JP" sz="2800" b="1" dirty="0">
                <a:solidFill>
                  <a:schemeClr val="tx1"/>
                </a:solidFill>
              </a:rPr>
              <a:t>)</a:t>
            </a:r>
            <a:r>
              <a:rPr lang="ja-JP" altLang="en-US" sz="2800" dirty="0"/>
              <a:t> </a:t>
            </a:r>
            <a:r>
              <a:rPr lang="en-US" altLang="ja-JP" sz="2800" dirty="0"/>
              <a:t>:</a:t>
            </a:r>
          </a:p>
          <a:p>
            <a:pPr algn="ctr"/>
            <a:r>
              <a:rPr lang="en-US" altLang="ja-JP" sz="28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ja-JP" sz="2800" dirty="0" err="1">
                <a:solidFill>
                  <a:prstClr val="black"/>
                </a:solidFill>
                <a:latin typeface="Calibri"/>
              </a:rPr>
              <a:t>Đất</a:t>
            </a:r>
            <a:r>
              <a:rPr lang="en-US" altLang="ja-JP" sz="28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ja-JP" sz="2800" dirty="0" err="1">
                <a:solidFill>
                  <a:prstClr val="black"/>
                </a:solidFill>
                <a:latin typeface="Calibri"/>
              </a:rPr>
              <a:t>nước</a:t>
            </a:r>
            <a:endParaRPr lang="en-US" altLang="ja-JP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4102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7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363177" y="1487948"/>
            <a:ext cx="3842628" cy="3506720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男</a:t>
            </a:r>
            <a:endParaRPr lang="en-US" sz="245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  <a:p>
            <a:pPr algn="ctr"/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293891" y="6143888"/>
            <a:ext cx="1981200" cy="4572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(NAM)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85453" y="548354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だん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925109" y="5268536"/>
            <a:ext cx="2718764" cy="601484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おとこ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77FD5AD7-A969-463C-A9CF-827E7153A603}"/>
              </a:ext>
            </a:extLst>
          </p:cNvPr>
          <p:cNvSpPr/>
          <p:nvPr/>
        </p:nvSpPr>
        <p:spPr>
          <a:xfrm>
            <a:off x="6622650" y="1981200"/>
            <a:ext cx="4206853" cy="99614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800" b="1" dirty="0">
                <a:solidFill>
                  <a:schemeClr val="tx1"/>
                </a:solidFill>
              </a:rPr>
              <a:t>男の人</a:t>
            </a:r>
            <a:r>
              <a:rPr lang="ja-JP" altLang="en-US" sz="2800" dirty="0"/>
              <a:t>（</a:t>
            </a:r>
            <a:r>
              <a:rPr lang="ja-JP" altLang="en-US" sz="2800" b="1" dirty="0">
                <a:solidFill>
                  <a:schemeClr val="tx1"/>
                </a:solidFill>
              </a:rPr>
              <a:t>おとこのひと</a:t>
            </a:r>
            <a:r>
              <a:rPr lang="ja-JP" altLang="en-US" sz="2800" dirty="0"/>
              <a:t>） </a:t>
            </a:r>
            <a:r>
              <a:rPr lang="en-US" altLang="ja-JP" sz="2800" dirty="0"/>
              <a:t>:</a:t>
            </a:r>
            <a:r>
              <a:rPr lang="en-US" altLang="ja-JP" sz="2800" b="1" dirty="0">
                <a:solidFill>
                  <a:prstClr val="black"/>
                </a:solidFill>
                <a:latin typeface="Calibri"/>
              </a:rPr>
              <a:t> </a:t>
            </a:r>
          </a:p>
          <a:p>
            <a:pPr algn="ctr"/>
            <a:r>
              <a:rPr lang="en-US" altLang="ja-JP" sz="2800" b="1" dirty="0" err="1">
                <a:solidFill>
                  <a:prstClr val="black"/>
                </a:solidFill>
                <a:latin typeface="Calibri"/>
              </a:rPr>
              <a:t>Đàn</a:t>
            </a:r>
            <a:r>
              <a:rPr lang="en-US" altLang="ja-JP" sz="28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ja-JP" sz="2800" b="1" dirty="0" err="1">
                <a:solidFill>
                  <a:prstClr val="black"/>
                </a:solidFill>
                <a:latin typeface="Calibri"/>
              </a:rPr>
              <a:t>ông</a:t>
            </a:r>
            <a:r>
              <a:rPr lang="en-US" altLang="ja-JP" sz="2800" b="1" dirty="0">
                <a:solidFill>
                  <a:prstClr val="black"/>
                </a:solidFill>
                <a:latin typeface="Calibri"/>
              </a:rPr>
              <a:t>, con </a:t>
            </a:r>
            <a:r>
              <a:rPr lang="en-US" altLang="ja-JP" sz="2800" b="1" dirty="0" err="1">
                <a:solidFill>
                  <a:prstClr val="black"/>
                </a:solidFill>
                <a:latin typeface="Calibri"/>
              </a:rPr>
              <a:t>trai</a:t>
            </a:r>
            <a:endParaRPr lang="en-US" altLang="ja-JP" sz="2800" b="1" dirty="0">
              <a:solidFill>
                <a:prstClr val="black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4B8182-AB4A-4A7F-BF71-EA6F2A507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95057">
            <a:off x="7049562" y="4258963"/>
            <a:ext cx="4352925" cy="16954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20311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7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217613" y="1278122"/>
            <a:ext cx="3962400" cy="3903478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女</a:t>
            </a:r>
            <a:endParaRPr lang="en-US" sz="245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277399" y="6128658"/>
            <a:ext cx="1981200" cy="4572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  <a:latin typeface="Tahoma" charset="0"/>
                <a:cs typeface="Tahoma" charset="0"/>
              </a:rPr>
              <a:t>(NỮ)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68961" y="562861"/>
            <a:ext cx="2198076" cy="516122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じょ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1E7B1F09-3840-442B-A04A-92B5D97306BE}"/>
              </a:ext>
            </a:extLst>
          </p:cNvPr>
          <p:cNvSpPr/>
          <p:nvPr/>
        </p:nvSpPr>
        <p:spPr>
          <a:xfrm>
            <a:off x="6627812" y="1447800"/>
            <a:ext cx="4206853" cy="99614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女の人</a:t>
            </a:r>
            <a:r>
              <a:rPr lang="ja-JP" altLang="en-US" sz="2800" dirty="0"/>
              <a:t>（</a:t>
            </a:r>
            <a:r>
              <a:rPr lang="ja-JP" altLang="en-US" sz="2800" b="1" dirty="0">
                <a:solidFill>
                  <a:schemeClr val="tx1"/>
                </a:solidFill>
              </a:rPr>
              <a:t>おんなのひと</a:t>
            </a:r>
            <a:r>
              <a:rPr lang="ja-JP" altLang="en-US" sz="2800" dirty="0"/>
              <a:t>） </a:t>
            </a:r>
            <a:r>
              <a:rPr lang="en-US" altLang="ja-JP" sz="2800" dirty="0"/>
              <a:t>:</a:t>
            </a:r>
            <a:endParaRPr lang="en-US" altLang="ja-JP" sz="2800" b="1" dirty="0">
              <a:solidFill>
                <a:prstClr val="black"/>
              </a:solidFill>
            </a:endParaRPr>
          </a:p>
          <a:p>
            <a:pPr algn="ctr"/>
            <a:r>
              <a:rPr lang="en-US" sz="2800" dirty="0" err="1"/>
              <a:t>Phụ</a:t>
            </a:r>
            <a:r>
              <a:rPr lang="en-US" sz="2800" dirty="0"/>
              <a:t> </a:t>
            </a:r>
            <a:r>
              <a:rPr lang="en-US" sz="2800" dirty="0" err="1"/>
              <a:t>nữ</a:t>
            </a:r>
            <a:r>
              <a:rPr lang="en-US" sz="2800" dirty="0"/>
              <a:t>, con </a:t>
            </a:r>
            <a:r>
              <a:rPr lang="en-US" sz="2800" dirty="0" err="1"/>
              <a:t>gái</a:t>
            </a:r>
            <a:endParaRPr lang="en-US" sz="28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DD19F7E9-9413-424C-B3F5-AF5309D33C81}"/>
              </a:ext>
            </a:extLst>
          </p:cNvPr>
          <p:cNvSpPr/>
          <p:nvPr/>
        </p:nvSpPr>
        <p:spPr>
          <a:xfrm>
            <a:off x="6641839" y="2681890"/>
            <a:ext cx="4206853" cy="99614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男女</a:t>
            </a:r>
            <a:r>
              <a:rPr lang="ja-JP" altLang="en-US" sz="2800" dirty="0"/>
              <a:t>（</a:t>
            </a:r>
            <a:r>
              <a:rPr lang="ja-JP" altLang="en-US" sz="2800" b="1" dirty="0">
                <a:solidFill>
                  <a:schemeClr val="tx1"/>
                </a:solidFill>
              </a:rPr>
              <a:t>だんじょ</a:t>
            </a:r>
            <a:r>
              <a:rPr lang="ja-JP" altLang="en-US" sz="2800" dirty="0"/>
              <a:t>） </a:t>
            </a:r>
            <a:r>
              <a:rPr lang="en-US" altLang="ja-JP" sz="2800" dirty="0"/>
              <a:t>:</a:t>
            </a:r>
            <a:endParaRPr lang="en-US" altLang="ja-JP" sz="2800" b="1" dirty="0">
              <a:solidFill>
                <a:prstClr val="black"/>
              </a:solidFill>
            </a:endParaRPr>
          </a:p>
          <a:p>
            <a:pPr algn="ctr"/>
            <a:r>
              <a:rPr lang="en-US" sz="2800" dirty="0"/>
              <a:t>Nam </a:t>
            </a:r>
            <a:r>
              <a:rPr lang="en-US" sz="2800" dirty="0" err="1"/>
              <a:t>nữ</a:t>
            </a:r>
            <a:endParaRPr lang="en-US" sz="28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Rounded Rectangle 15">
            <a:extLst>
              <a:ext uri="{FF2B5EF4-FFF2-40B4-BE49-F238E27FC236}">
                <a16:creationId xmlns:a16="http://schemas.microsoft.com/office/drawing/2014/main" id="{FF460EDC-EBEC-4880-BE02-AE6DA1968E6C}"/>
              </a:ext>
            </a:extLst>
          </p:cNvPr>
          <p:cNvSpPr/>
          <p:nvPr/>
        </p:nvSpPr>
        <p:spPr>
          <a:xfrm>
            <a:off x="2168961" y="5397068"/>
            <a:ext cx="2198076" cy="516122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おんな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D89238F-A077-48D0-84B4-81197ED61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76160">
            <a:off x="7059769" y="4515574"/>
            <a:ext cx="4257675" cy="17049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35941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7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162819" y="1562100"/>
            <a:ext cx="3984062" cy="3733800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区</a:t>
            </a:r>
            <a:endParaRPr lang="en-US" sz="245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164250" y="5638366"/>
            <a:ext cx="1981200" cy="4572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(KHU)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55812" y="762000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く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9C6213CC-4FEA-460A-A9EE-DA84FD99C9B8}"/>
              </a:ext>
            </a:extLst>
          </p:cNvPr>
          <p:cNvSpPr/>
          <p:nvPr/>
        </p:nvSpPr>
        <p:spPr>
          <a:xfrm>
            <a:off x="6704012" y="1981200"/>
            <a:ext cx="4206853" cy="90852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800" b="1" dirty="0">
                <a:solidFill>
                  <a:schemeClr val="tx1"/>
                </a:solidFill>
              </a:rPr>
              <a:t>～区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～く</a:t>
            </a:r>
            <a:r>
              <a:rPr lang="en-US" altLang="ja-JP" sz="2800" dirty="0"/>
              <a:t>)</a:t>
            </a:r>
            <a:r>
              <a:rPr lang="ja-JP" altLang="en-US" sz="2800" dirty="0"/>
              <a:t> </a:t>
            </a:r>
            <a:r>
              <a:rPr lang="en-US" altLang="ja-JP" sz="2800" dirty="0"/>
              <a:t>:</a:t>
            </a:r>
            <a:endParaRPr lang="en-US" altLang="ja-JP" sz="2800" b="1" dirty="0">
              <a:solidFill>
                <a:prstClr val="black"/>
              </a:solidFill>
            </a:endParaRPr>
          </a:p>
          <a:p>
            <a:pPr algn="ctr"/>
            <a:r>
              <a:rPr lang="en-US" sz="2800" dirty="0" err="1"/>
              <a:t>Vùng</a:t>
            </a:r>
            <a:r>
              <a:rPr lang="en-US" sz="2800" dirty="0"/>
              <a:t>, </a:t>
            </a:r>
            <a:r>
              <a:rPr lang="en-US" sz="2800" dirty="0" err="1"/>
              <a:t>quận</a:t>
            </a:r>
            <a:endParaRPr lang="en-US" sz="2800" b="1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0C98BD-2A0D-4D38-92DB-E0F071271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52834">
            <a:off x="6910158" y="4467224"/>
            <a:ext cx="4476750" cy="16573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1351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318801" y="1402545"/>
            <a:ext cx="4013613" cy="3855255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市</a:t>
            </a:r>
            <a:endParaRPr lang="en-US" sz="245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361186" y="5715000"/>
            <a:ext cx="1981200" cy="4572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(THỊ)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52748" y="544204"/>
            <a:ext cx="2198076" cy="52919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し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1EE85006-1B51-4F8D-BDE0-661E89B8404A}"/>
              </a:ext>
            </a:extLst>
          </p:cNvPr>
          <p:cNvSpPr/>
          <p:nvPr/>
        </p:nvSpPr>
        <p:spPr>
          <a:xfrm>
            <a:off x="6818724" y="1752600"/>
            <a:ext cx="4013613" cy="119286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800" b="1" dirty="0">
                <a:solidFill>
                  <a:schemeClr val="tx1"/>
                </a:solidFill>
              </a:rPr>
              <a:t>～市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～し</a:t>
            </a:r>
            <a:r>
              <a:rPr lang="en-US" altLang="ja-JP" sz="2800" b="1" dirty="0">
                <a:solidFill>
                  <a:schemeClr val="tx1"/>
                </a:solidFill>
              </a:rPr>
              <a:t>):</a:t>
            </a:r>
          </a:p>
          <a:p>
            <a:pPr algn="ctr"/>
            <a:r>
              <a:rPr lang="en-US" altLang="ja-JP" sz="2800" b="1" dirty="0" err="1">
                <a:solidFill>
                  <a:schemeClr val="tx1"/>
                </a:solidFill>
              </a:rPr>
              <a:t>Chợ</a:t>
            </a:r>
            <a:r>
              <a:rPr lang="en-US" altLang="ja-JP" sz="2800" b="1" dirty="0">
                <a:solidFill>
                  <a:schemeClr val="tx1"/>
                </a:solidFill>
              </a:rPr>
              <a:t>, </a:t>
            </a:r>
            <a:r>
              <a:rPr lang="en-US" altLang="ja-JP" sz="2800" b="1" dirty="0" err="1">
                <a:solidFill>
                  <a:schemeClr val="tx1"/>
                </a:solidFill>
              </a:rPr>
              <a:t>thành</a:t>
            </a:r>
            <a:r>
              <a:rPr lang="en-US" altLang="ja-JP" sz="2800" b="1" dirty="0">
                <a:solidFill>
                  <a:schemeClr val="tx1"/>
                </a:solidFill>
              </a:rPr>
              <a:t> </a:t>
            </a:r>
            <a:r>
              <a:rPr lang="en-US" altLang="ja-JP" sz="2800" b="1">
                <a:solidFill>
                  <a:schemeClr val="tx1"/>
                </a:solidFill>
              </a:rPr>
              <a:t>phố 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AF2201-CBC5-4A2A-B2CD-15D741749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60035">
            <a:off x="7139788" y="4395787"/>
            <a:ext cx="4391025" cy="17240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76973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7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MMPROD_NEXTUNIQUEID" val="10011"/>
  <p:tag name="MMPROD_UIDATA" val="&lt;database version=&quot;9.0&quot;&gt;&lt;object type=&quot;1&quot; unique_id=&quot;10001&quot;&gt;&lt;object type=&quot;8&quot; unique_id=&quot;10518&quot;&gt;&lt;/object&gt;&lt;object type=&quot;2&quot; unique_id=&quot;10519&quot;&gt;&lt;object type=&quot;3&quot; unique_id=&quot;10520&quot;&gt;&lt;property id=&quot;20148&quot; value=&quot;5&quot;/&gt;&lt;property id=&quot;20300&quot; value=&quot;Slide 1&quot;/&gt;&lt;property id=&quot;20307&quot; value=&quot;256&quot;/&gt;&lt;/object&gt;&lt;object type=&quot;3&quot; unique_id=&quot;10523&quot;&gt;&lt;property id=&quot;20148&quot; value=&quot;5&quot;/&gt;&lt;property id=&quot;20300&quot; value=&quot;Slide 2&quot;/&gt;&lt;property id=&quot;20307&quot; value=&quot;258&quot;/&gt;&lt;/object&gt;&lt;object type=&quot;3&quot; unique_id=&quot;10524&quot;&gt;&lt;property id=&quot;20148&quot; value=&quot;5&quot;/&gt;&lt;property id=&quot;20300&quot; value=&quot;Slide 3&quot;/&gt;&lt;property id=&quot;20307&quot; value=&quot;259&quot;/&gt;&lt;/object&gt;&lt;object type=&quot;3&quot; unique_id=&quot;10525&quot;&gt;&lt;property id=&quot;20148&quot; value=&quot;5&quot;/&gt;&lt;property id=&quot;20300&quot; value=&quot;Slide 4&quot;/&gt;&lt;property id=&quot;20307&quot; value=&quot;260&quot;/&gt;&lt;/object&gt;&lt;object type=&quot;3&quot; unique_id=&quot;10526&quot;&gt;&lt;property id=&quot;20148&quot; value=&quot;5&quot;/&gt;&lt;property id=&quot;20300&quot; value=&quot;Slide 5&quot;/&gt;&lt;property id=&quot;20307&quot; value=&quot;261&quot;/&gt;&lt;/object&gt;&lt;object type=&quot;3&quot; unique_id=&quot;10527&quot;&gt;&lt;property id=&quot;20148&quot; value=&quot;5&quot;/&gt;&lt;property id=&quot;20300&quot; value=&quot;Slide 6&quot;/&gt;&lt;property id=&quot;20307&quot; value=&quot;262&quot;/&gt;&lt;/object&gt;&lt;object type=&quot;3&quot; unique_id=&quot;20754&quot;&gt;&lt;property id=&quot;20148&quot; value=&quot;5&quot;/&gt;&lt;property id=&quot;20300&quot; value=&quot;Slide 8&quot;/&gt;&lt;property id=&quot;20307&quot; value=&quot;265&quot;/&gt;&lt;/object&gt;&lt;object type=&quot;3&quot; unique_id=&quot;20755&quot;&gt;&lt;property id=&quot;20148&quot; value=&quot;5&quot;/&gt;&lt;property id=&quot;20300&quot; value=&quot;Slide 9&quot;/&gt;&lt;property id=&quot;20307&quot; value=&quot;266&quot;/&gt;&lt;/object&gt;&lt;object type=&quot;3&quot; unique_id=&quot;20756&quot;&gt;&lt;property id=&quot;20148&quot; value=&quot;5&quot;/&gt;&lt;property id=&quot;20300&quot; value=&quot;Slide 10&quot;/&gt;&lt;property id=&quot;20307&quot; value=&quot;267&quot;/&gt;&lt;/object&gt;&lt;object type=&quot;3&quot; unique_id=&quot;20757&quot;&gt;&lt;property id=&quot;20148&quot; value=&quot;5&quot;/&gt;&lt;property id=&quot;20300&quot; value=&quot;Slide 11&quot;/&gt;&lt;property id=&quot;20307&quot; value=&quot;268&quot;/&gt;&lt;/object&gt;&lt;object type=&quot;3&quot; unique_id=&quot;20758&quot;&gt;&lt;property id=&quot;20148&quot; value=&quot;5&quot;/&gt;&lt;property id=&quot;20300&quot; value=&quot;Slide 12&quot;/&gt;&lt;property id=&quot;20307&quot; value=&quot;269&quot;/&gt;&lt;/object&gt;&lt;object type=&quot;3&quot; unique_id=&quot;20759&quot;&gt;&lt;property id=&quot;20148&quot; value=&quot;5&quot;/&gt;&lt;property id=&quot;20300&quot; value=&quot;Slide 13&quot;/&gt;&lt;property id=&quot;20307&quot; value=&quot;270&quot;/&gt;&lt;/object&gt;&lt;object type=&quot;3&quot; unique_id=&quot;20760&quot;&gt;&lt;property id=&quot;20148&quot; value=&quot;5&quot;/&gt;&lt;property id=&quot;20300&quot; value=&quot;Slide 14&quot;/&gt;&lt;property id=&quot;20307&quot; value=&quot;271&quot;/&gt;&lt;/object&gt;&lt;object type=&quot;3&quot; unique_id=&quot;20821&quot;&gt;&lt;property id=&quot;20148&quot; value=&quot;5&quot;/&gt;&lt;property id=&quot;20300&quot; value=&quot;Slide 7&quot;/&gt;&lt;property id=&quot;20307&quot; value=&quot;273&quot;/&gt;&lt;/object&gt;&lt;object type=&quot;3&quot; unique_id=&quot;20822&quot;&gt;&lt;property id=&quot;20148&quot; value=&quot;5&quot;/&gt;&lt;property id=&quot;20300&quot; value=&quot;Slide 15&quot;/&gt;&lt;property id=&quot;20307&quot; value=&quot;272&quot;/&gt;&lt;/object&gt;&lt;/object&gt;&lt;/object&gt;&lt;/database&gt;"/>
  <p:tag name="SECTOMILLISECCONVERTED" val="1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ppt/theme/theme2.xml><?xml version="1.0" encoding="utf-8"?>
<a:theme xmlns:a="http://schemas.openxmlformats.org/drawingml/2006/main" name="Office Theme">
  <a:themeElements>
    <a:clrScheme name="Currency">
      <a:dk1>
        <a:sysClr val="windowText" lastClr="000000"/>
      </a:dk1>
      <a:lt1>
        <a:sysClr val="window" lastClr="FFFFFF"/>
      </a:lt1>
      <a:dk2>
        <a:srgbClr val="626817"/>
      </a:dk2>
      <a:lt2>
        <a:srgbClr val="DEE58D"/>
      </a:lt2>
      <a:accent1>
        <a:srgbClr val="F37B20"/>
      </a:accent1>
      <a:accent2>
        <a:srgbClr val="FAAF40"/>
      </a:accent2>
      <a:accent3>
        <a:srgbClr val="A8B228"/>
      </a:accent3>
      <a:accent4>
        <a:srgbClr val="DBC91F"/>
      </a:accent4>
      <a:accent5>
        <a:srgbClr val="828A1E"/>
      </a:accent5>
      <a:accent6>
        <a:srgbClr val="B8AD86"/>
      </a:accent6>
      <a:hlink>
        <a:srgbClr val="FAAF40"/>
      </a:hlink>
      <a:folHlink>
        <a:srgbClr val="A8B228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Currency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100000"/>
                <a:satMod val="100000"/>
                <a:lumMod val="95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lin ang="18900000" scaled="0"/>
        </a:gradFill>
        <a:gradFill rotWithShape="1">
          <a:gsLst>
            <a:gs pos="0">
              <a:schemeClr val="phClr">
                <a:shade val="100000"/>
                <a:lumMod val="9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lin ang="189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50800" dist="12700" dir="13500000" algn="t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12700" dir="13500000" algn="t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12700" dir="13500000" algn="tl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lumMod val="160000"/>
              </a:schemeClr>
            </a:gs>
            <a:gs pos="45000">
              <a:schemeClr val="phClr">
                <a:lumMod val="85000"/>
                <a:lumOff val="15000"/>
              </a:schemeClr>
            </a:gs>
            <a:gs pos="100000">
              <a:schemeClr val="phClr">
                <a:shade val="100000"/>
                <a:satMod val="100000"/>
                <a:lumMod val="80000"/>
              </a:schemeClr>
            </a:gs>
          </a:gsLst>
          <a:lin ang="8100000" scaled="0"/>
        </a:gradFill>
        <a:gradFill rotWithShape="1">
          <a:gsLst>
            <a:gs pos="0">
              <a:schemeClr val="phClr">
                <a:tint val="100000"/>
                <a:satMod val="100000"/>
                <a:lumMod val="160000"/>
              </a:schemeClr>
            </a:gs>
            <a:gs pos="28000">
              <a:schemeClr val="phClr">
                <a:shade val="100000"/>
                <a:satMod val="100000"/>
                <a:lumMod val="160000"/>
              </a:schemeClr>
            </a:gs>
            <a:gs pos="100000">
              <a:schemeClr val="phClr">
                <a:shade val="100000"/>
                <a:satMod val="100000"/>
                <a:lumMod val="95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79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Currency">
      <a:dk1>
        <a:sysClr val="windowText" lastClr="000000"/>
      </a:dk1>
      <a:lt1>
        <a:sysClr val="window" lastClr="FFFFFF"/>
      </a:lt1>
      <a:dk2>
        <a:srgbClr val="626817"/>
      </a:dk2>
      <a:lt2>
        <a:srgbClr val="DEE58D"/>
      </a:lt2>
      <a:accent1>
        <a:srgbClr val="F37B20"/>
      </a:accent1>
      <a:accent2>
        <a:srgbClr val="FAAF40"/>
      </a:accent2>
      <a:accent3>
        <a:srgbClr val="A8B228"/>
      </a:accent3>
      <a:accent4>
        <a:srgbClr val="DBC91F"/>
      </a:accent4>
      <a:accent5>
        <a:srgbClr val="828A1E"/>
      </a:accent5>
      <a:accent6>
        <a:srgbClr val="B8AD86"/>
      </a:accent6>
      <a:hlink>
        <a:srgbClr val="FAAF40"/>
      </a:hlink>
      <a:folHlink>
        <a:srgbClr val="A8B228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Currency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100000"/>
                <a:satMod val="100000"/>
                <a:lumMod val="95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lin ang="18900000" scaled="0"/>
        </a:gradFill>
        <a:gradFill rotWithShape="1">
          <a:gsLst>
            <a:gs pos="0">
              <a:schemeClr val="phClr">
                <a:shade val="100000"/>
                <a:lumMod val="9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lin ang="189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50800" dist="12700" dir="13500000" algn="t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12700" dir="13500000" algn="t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12700" dir="13500000" algn="tl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lumMod val="160000"/>
              </a:schemeClr>
            </a:gs>
            <a:gs pos="45000">
              <a:schemeClr val="phClr">
                <a:lumMod val="85000"/>
                <a:lumOff val="15000"/>
              </a:schemeClr>
            </a:gs>
            <a:gs pos="100000">
              <a:schemeClr val="phClr">
                <a:shade val="100000"/>
                <a:satMod val="100000"/>
                <a:lumMod val="80000"/>
              </a:schemeClr>
            </a:gs>
          </a:gsLst>
          <a:lin ang="8100000" scaled="0"/>
        </a:gradFill>
        <a:gradFill rotWithShape="1">
          <a:gsLst>
            <a:gs pos="0">
              <a:schemeClr val="phClr">
                <a:tint val="100000"/>
                <a:satMod val="100000"/>
                <a:lumMod val="160000"/>
              </a:schemeClr>
            </a:gs>
            <a:gs pos="28000">
              <a:schemeClr val="phClr">
                <a:shade val="100000"/>
                <a:satMod val="100000"/>
                <a:lumMod val="160000"/>
              </a:schemeClr>
            </a:gs>
            <a:gs pos="100000">
              <a:schemeClr val="phClr">
                <a:shade val="100000"/>
                <a:satMod val="100000"/>
                <a:lumMod val="95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79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3A2A3AC6-1A45-42F7-8976-E15E36AD84E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240</Words>
  <Application>Microsoft Office PowerPoint</Application>
  <PresentationFormat>Custom</PresentationFormat>
  <Paragraphs>66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HGMaruGothicMPRO</vt:lpstr>
      <vt:lpstr>NtMotoyaKyotai</vt:lpstr>
      <vt:lpstr>Arial</vt:lpstr>
      <vt:lpstr>Arial Rounded MT Bold</vt:lpstr>
      <vt:lpstr>Calibri</vt:lpstr>
      <vt:lpstr>Constantia</vt:lpstr>
      <vt:lpstr>Garamond</vt:lpstr>
      <vt:lpstr>Tahoma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2014-08-27T08:12:49Z</dcterms:created>
  <dcterms:modified xsi:type="dcterms:W3CDTF">2025-07-30T06:25:34Z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TC028952639991</vt:lpwstr>
  </property>
</Properties>
</file>