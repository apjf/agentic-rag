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1" r:id="rId2"/>
  </p:sldMasterIdLst>
  <p:notesMasterIdLst>
    <p:notesMasterId r:id="rId12"/>
  </p:notesMasterIdLst>
  <p:handoutMasterIdLst>
    <p:handoutMasterId r:id="rId13"/>
  </p:handoutMasterIdLst>
  <p:sldIdLst>
    <p:sldId id="297" r:id="rId3"/>
    <p:sldId id="299" r:id="rId4"/>
    <p:sldId id="301" r:id="rId5"/>
    <p:sldId id="300" r:id="rId6"/>
    <p:sldId id="302" r:id="rId7"/>
    <p:sldId id="303" r:id="rId8"/>
    <p:sldId id="304" r:id="rId9"/>
    <p:sldId id="305" r:id="rId10"/>
    <p:sldId id="306" r:id="rId11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35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1" d="100"/>
          <a:sy n="51" d="100"/>
        </p:scale>
        <p:origin x="2352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7/18/2025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7/18/2025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38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64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65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15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19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39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2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1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93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86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 userDrawn="1">
  <p:cSld name="Background 1">
    <p:spTree>
      <p:nvGrpSpPr>
        <p:cNvPr id="1" name="Shape 7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5" name="Google Shape;7105;p32"/>
          <p:cNvSpPr/>
          <p:nvPr/>
        </p:nvSpPr>
        <p:spPr>
          <a:xfrm rot="-5400000" flipH="1">
            <a:off x="10079167" y="3668787"/>
            <a:ext cx="3454303" cy="1655352"/>
          </a:xfrm>
          <a:custGeom>
            <a:avLst/>
            <a:gdLst/>
            <a:ahLst/>
            <a:cxnLst/>
            <a:rect l="l" t="t" r="r" b="b"/>
            <a:pathLst>
              <a:path w="84265" h="40381" extrusionOk="0">
                <a:moveTo>
                  <a:pt x="80585" y="1"/>
                </a:moveTo>
                <a:lnTo>
                  <a:pt x="80137" y="40"/>
                </a:lnTo>
                <a:lnTo>
                  <a:pt x="79689" y="98"/>
                </a:lnTo>
                <a:lnTo>
                  <a:pt x="79261" y="196"/>
                </a:lnTo>
                <a:lnTo>
                  <a:pt x="78832" y="312"/>
                </a:lnTo>
                <a:lnTo>
                  <a:pt x="78404" y="449"/>
                </a:lnTo>
                <a:lnTo>
                  <a:pt x="77995" y="605"/>
                </a:lnTo>
                <a:lnTo>
                  <a:pt x="77586" y="799"/>
                </a:lnTo>
                <a:lnTo>
                  <a:pt x="77197" y="1013"/>
                </a:lnTo>
                <a:lnTo>
                  <a:pt x="76827" y="1266"/>
                </a:lnTo>
                <a:lnTo>
                  <a:pt x="76457" y="1520"/>
                </a:lnTo>
                <a:lnTo>
                  <a:pt x="76126" y="1812"/>
                </a:lnTo>
                <a:lnTo>
                  <a:pt x="75815" y="2123"/>
                </a:lnTo>
                <a:lnTo>
                  <a:pt x="75523" y="2454"/>
                </a:lnTo>
                <a:lnTo>
                  <a:pt x="75231" y="2785"/>
                </a:lnTo>
                <a:lnTo>
                  <a:pt x="74977" y="3155"/>
                </a:lnTo>
                <a:lnTo>
                  <a:pt x="74763" y="3525"/>
                </a:lnTo>
                <a:lnTo>
                  <a:pt x="74549" y="3914"/>
                </a:lnTo>
                <a:lnTo>
                  <a:pt x="74354" y="4323"/>
                </a:lnTo>
                <a:lnTo>
                  <a:pt x="74199" y="4732"/>
                </a:lnTo>
                <a:lnTo>
                  <a:pt x="74062" y="5141"/>
                </a:lnTo>
                <a:lnTo>
                  <a:pt x="73946" y="5569"/>
                </a:lnTo>
                <a:lnTo>
                  <a:pt x="73868" y="6017"/>
                </a:lnTo>
                <a:lnTo>
                  <a:pt x="73809" y="6445"/>
                </a:lnTo>
                <a:lnTo>
                  <a:pt x="73770" y="6893"/>
                </a:lnTo>
                <a:lnTo>
                  <a:pt x="73673" y="6465"/>
                </a:lnTo>
                <a:lnTo>
                  <a:pt x="73556" y="6056"/>
                </a:lnTo>
                <a:lnTo>
                  <a:pt x="73381" y="5667"/>
                </a:lnTo>
                <a:lnTo>
                  <a:pt x="73167" y="5297"/>
                </a:lnTo>
                <a:lnTo>
                  <a:pt x="72933" y="4927"/>
                </a:lnTo>
                <a:lnTo>
                  <a:pt x="72661" y="4596"/>
                </a:lnTo>
                <a:lnTo>
                  <a:pt x="72369" y="4284"/>
                </a:lnTo>
                <a:lnTo>
                  <a:pt x="72038" y="3992"/>
                </a:lnTo>
                <a:lnTo>
                  <a:pt x="71707" y="3720"/>
                </a:lnTo>
                <a:lnTo>
                  <a:pt x="71337" y="3486"/>
                </a:lnTo>
                <a:lnTo>
                  <a:pt x="70947" y="3272"/>
                </a:lnTo>
                <a:lnTo>
                  <a:pt x="70558" y="3097"/>
                </a:lnTo>
                <a:lnTo>
                  <a:pt x="70149" y="2960"/>
                </a:lnTo>
                <a:lnTo>
                  <a:pt x="69721" y="2863"/>
                </a:lnTo>
                <a:lnTo>
                  <a:pt x="69292" y="2785"/>
                </a:lnTo>
                <a:lnTo>
                  <a:pt x="68864" y="2746"/>
                </a:lnTo>
                <a:lnTo>
                  <a:pt x="68436" y="2766"/>
                </a:lnTo>
                <a:lnTo>
                  <a:pt x="68007" y="2805"/>
                </a:lnTo>
                <a:lnTo>
                  <a:pt x="67579" y="2882"/>
                </a:lnTo>
                <a:lnTo>
                  <a:pt x="67151" y="2980"/>
                </a:lnTo>
                <a:lnTo>
                  <a:pt x="66742" y="3136"/>
                </a:lnTo>
                <a:lnTo>
                  <a:pt x="66353" y="3311"/>
                </a:lnTo>
                <a:lnTo>
                  <a:pt x="65963" y="3505"/>
                </a:lnTo>
                <a:lnTo>
                  <a:pt x="65593" y="3739"/>
                </a:lnTo>
                <a:lnTo>
                  <a:pt x="65243" y="3992"/>
                </a:lnTo>
                <a:lnTo>
                  <a:pt x="64912" y="4265"/>
                </a:lnTo>
                <a:lnTo>
                  <a:pt x="64600" y="4557"/>
                </a:lnTo>
                <a:lnTo>
                  <a:pt x="64308" y="4888"/>
                </a:lnTo>
                <a:lnTo>
                  <a:pt x="64036" y="5238"/>
                </a:lnTo>
                <a:lnTo>
                  <a:pt x="63783" y="5589"/>
                </a:lnTo>
                <a:lnTo>
                  <a:pt x="63568" y="5959"/>
                </a:lnTo>
                <a:lnTo>
                  <a:pt x="63374" y="6368"/>
                </a:lnTo>
                <a:lnTo>
                  <a:pt x="63218" y="6757"/>
                </a:lnTo>
                <a:lnTo>
                  <a:pt x="63082" y="7166"/>
                </a:lnTo>
                <a:lnTo>
                  <a:pt x="62984" y="7594"/>
                </a:lnTo>
                <a:lnTo>
                  <a:pt x="62906" y="8022"/>
                </a:lnTo>
                <a:lnTo>
                  <a:pt x="62867" y="8451"/>
                </a:lnTo>
                <a:lnTo>
                  <a:pt x="62848" y="8879"/>
                </a:lnTo>
                <a:lnTo>
                  <a:pt x="62848" y="9327"/>
                </a:lnTo>
                <a:lnTo>
                  <a:pt x="62887" y="9755"/>
                </a:lnTo>
                <a:lnTo>
                  <a:pt x="62945" y="10184"/>
                </a:lnTo>
                <a:lnTo>
                  <a:pt x="63043" y="10612"/>
                </a:lnTo>
                <a:lnTo>
                  <a:pt x="63140" y="11040"/>
                </a:lnTo>
                <a:lnTo>
                  <a:pt x="63276" y="11449"/>
                </a:lnTo>
                <a:lnTo>
                  <a:pt x="63432" y="11858"/>
                </a:lnTo>
                <a:lnTo>
                  <a:pt x="63627" y="12247"/>
                </a:lnTo>
                <a:lnTo>
                  <a:pt x="63821" y="12637"/>
                </a:lnTo>
                <a:lnTo>
                  <a:pt x="64055" y="13007"/>
                </a:lnTo>
                <a:lnTo>
                  <a:pt x="64055" y="13007"/>
                </a:lnTo>
                <a:lnTo>
                  <a:pt x="63880" y="12851"/>
                </a:lnTo>
                <a:lnTo>
                  <a:pt x="63666" y="12734"/>
                </a:lnTo>
                <a:lnTo>
                  <a:pt x="63471" y="12637"/>
                </a:lnTo>
                <a:lnTo>
                  <a:pt x="63257" y="12578"/>
                </a:lnTo>
                <a:lnTo>
                  <a:pt x="63023" y="12520"/>
                </a:lnTo>
                <a:lnTo>
                  <a:pt x="62809" y="12500"/>
                </a:lnTo>
                <a:lnTo>
                  <a:pt x="62575" y="12500"/>
                </a:lnTo>
                <a:lnTo>
                  <a:pt x="62342" y="12539"/>
                </a:lnTo>
                <a:lnTo>
                  <a:pt x="62128" y="12578"/>
                </a:lnTo>
                <a:lnTo>
                  <a:pt x="61913" y="12656"/>
                </a:lnTo>
                <a:lnTo>
                  <a:pt x="61699" y="12753"/>
                </a:lnTo>
                <a:lnTo>
                  <a:pt x="61505" y="12870"/>
                </a:lnTo>
                <a:lnTo>
                  <a:pt x="61310" y="13007"/>
                </a:lnTo>
                <a:lnTo>
                  <a:pt x="61154" y="13162"/>
                </a:lnTo>
                <a:lnTo>
                  <a:pt x="60998" y="13338"/>
                </a:lnTo>
                <a:lnTo>
                  <a:pt x="60862" y="13532"/>
                </a:lnTo>
                <a:lnTo>
                  <a:pt x="60745" y="13299"/>
                </a:lnTo>
                <a:lnTo>
                  <a:pt x="60609" y="13084"/>
                </a:lnTo>
                <a:lnTo>
                  <a:pt x="60453" y="12870"/>
                </a:lnTo>
                <a:lnTo>
                  <a:pt x="60298" y="12676"/>
                </a:lnTo>
                <a:lnTo>
                  <a:pt x="60103" y="12500"/>
                </a:lnTo>
                <a:lnTo>
                  <a:pt x="59908" y="12345"/>
                </a:lnTo>
                <a:lnTo>
                  <a:pt x="59713" y="12189"/>
                </a:lnTo>
                <a:lnTo>
                  <a:pt x="59499" y="12053"/>
                </a:lnTo>
                <a:lnTo>
                  <a:pt x="59266" y="11916"/>
                </a:lnTo>
                <a:lnTo>
                  <a:pt x="59032" y="11819"/>
                </a:lnTo>
                <a:lnTo>
                  <a:pt x="58798" y="11741"/>
                </a:lnTo>
                <a:lnTo>
                  <a:pt x="58545" y="11663"/>
                </a:lnTo>
                <a:lnTo>
                  <a:pt x="58292" y="11605"/>
                </a:lnTo>
                <a:lnTo>
                  <a:pt x="58039" y="11585"/>
                </a:lnTo>
                <a:lnTo>
                  <a:pt x="57786" y="11566"/>
                </a:lnTo>
                <a:lnTo>
                  <a:pt x="57533" y="11585"/>
                </a:lnTo>
                <a:lnTo>
                  <a:pt x="57280" y="11605"/>
                </a:lnTo>
                <a:lnTo>
                  <a:pt x="57027" y="11663"/>
                </a:lnTo>
                <a:lnTo>
                  <a:pt x="56793" y="11722"/>
                </a:lnTo>
                <a:lnTo>
                  <a:pt x="56559" y="11819"/>
                </a:lnTo>
                <a:lnTo>
                  <a:pt x="56345" y="11916"/>
                </a:lnTo>
                <a:lnTo>
                  <a:pt x="56131" y="12033"/>
                </a:lnTo>
                <a:lnTo>
                  <a:pt x="55917" y="12169"/>
                </a:lnTo>
                <a:lnTo>
                  <a:pt x="55722" y="12325"/>
                </a:lnTo>
                <a:lnTo>
                  <a:pt x="55547" y="12481"/>
                </a:lnTo>
                <a:lnTo>
                  <a:pt x="55372" y="12676"/>
                </a:lnTo>
                <a:lnTo>
                  <a:pt x="55216" y="12851"/>
                </a:lnTo>
                <a:lnTo>
                  <a:pt x="55080" y="13065"/>
                </a:lnTo>
                <a:lnTo>
                  <a:pt x="54963" y="13279"/>
                </a:lnTo>
                <a:lnTo>
                  <a:pt x="54846" y="13493"/>
                </a:lnTo>
                <a:lnTo>
                  <a:pt x="54749" y="13727"/>
                </a:lnTo>
                <a:lnTo>
                  <a:pt x="54671" y="13980"/>
                </a:lnTo>
                <a:lnTo>
                  <a:pt x="54437" y="13727"/>
                </a:lnTo>
                <a:lnTo>
                  <a:pt x="54204" y="13474"/>
                </a:lnTo>
                <a:lnTo>
                  <a:pt x="53950" y="13260"/>
                </a:lnTo>
                <a:lnTo>
                  <a:pt x="53678" y="13026"/>
                </a:lnTo>
                <a:lnTo>
                  <a:pt x="53425" y="12812"/>
                </a:lnTo>
                <a:lnTo>
                  <a:pt x="53133" y="12617"/>
                </a:lnTo>
                <a:lnTo>
                  <a:pt x="52860" y="12423"/>
                </a:lnTo>
                <a:lnTo>
                  <a:pt x="52568" y="12247"/>
                </a:lnTo>
                <a:lnTo>
                  <a:pt x="52257" y="12092"/>
                </a:lnTo>
                <a:lnTo>
                  <a:pt x="51965" y="11936"/>
                </a:lnTo>
                <a:lnTo>
                  <a:pt x="51653" y="11780"/>
                </a:lnTo>
                <a:lnTo>
                  <a:pt x="51342" y="11663"/>
                </a:lnTo>
                <a:lnTo>
                  <a:pt x="51011" y="11527"/>
                </a:lnTo>
                <a:lnTo>
                  <a:pt x="50699" y="11430"/>
                </a:lnTo>
                <a:lnTo>
                  <a:pt x="50368" y="11332"/>
                </a:lnTo>
                <a:lnTo>
                  <a:pt x="50037" y="11235"/>
                </a:lnTo>
                <a:lnTo>
                  <a:pt x="49706" y="11176"/>
                </a:lnTo>
                <a:lnTo>
                  <a:pt x="49356" y="11118"/>
                </a:lnTo>
                <a:lnTo>
                  <a:pt x="49025" y="11060"/>
                </a:lnTo>
                <a:lnTo>
                  <a:pt x="48674" y="11021"/>
                </a:lnTo>
                <a:lnTo>
                  <a:pt x="48343" y="11001"/>
                </a:lnTo>
                <a:lnTo>
                  <a:pt x="47993" y="10982"/>
                </a:lnTo>
                <a:lnTo>
                  <a:pt x="47662" y="10982"/>
                </a:lnTo>
                <a:lnTo>
                  <a:pt x="47311" y="11001"/>
                </a:lnTo>
                <a:lnTo>
                  <a:pt x="46980" y="11040"/>
                </a:lnTo>
                <a:lnTo>
                  <a:pt x="46630" y="11079"/>
                </a:lnTo>
                <a:lnTo>
                  <a:pt x="46299" y="11118"/>
                </a:lnTo>
                <a:lnTo>
                  <a:pt x="45968" y="11196"/>
                </a:lnTo>
                <a:lnTo>
                  <a:pt x="45637" y="11274"/>
                </a:lnTo>
                <a:lnTo>
                  <a:pt x="45306" y="11371"/>
                </a:lnTo>
                <a:lnTo>
                  <a:pt x="44975" y="11469"/>
                </a:lnTo>
                <a:lnTo>
                  <a:pt x="44664" y="11605"/>
                </a:lnTo>
                <a:lnTo>
                  <a:pt x="44352" y="11741"/>
                </a:lnTo>
                <a:lnTo>
                  <a:pt x="44041" y="11877"/>
                </a:lnTo>
                <a:lnTo>
                  <a:pt x="43729" y="12053"/>
                </a:lnTo>
                <a:lnTo>
                  <a:pt x="43437" y="12208"/>
                </a:lnTo>
                <a:lnTo>
                  <a:pt x="43145" y="12403"/>
                </a:lnTo>
                <a:lnTo>
                  <a:pt x="42872" y="12598"/>
                </a:lnTo>
                <a:lnTo>
                  <a:pt x="42600" y="12812"/>
                </a:lnTo>
                <a:lnTo>
                  <a:pt x="42327" y="13026"/>
                </a:lnTo>
                <a:lnTo>
                  <a:pt x="42074" y="13260"/>
                </a:lnTo>
                <a:lnTo>
                  <a:pt x="41821" y="13493"/>
                </a:lnTo>
                <a:lnTo>
                  <a:pt x="41568" y="13727"/>
                </a:lnTo>
                <a:lnTo>
                  <a:pt x="41334" y="13980"/>
                </a:lnTo>
                <a:lnTo>
                  <a:pt x="41120" y="14253"/>
                </a:lnTo>
                <a:lnTo>
                  <a:pt x="40906" y="14525"/>
                </a:lnTo>
                <a:lnTo>
                  <a:pt x="40692" y="14798"/>
                </a:lnTo>
                <a:lnTo>
                  <a:pt x="40497" y="15090"/>
                </a:lnTo>
                <a:lnTo>
                  <a:pt x="40322" y="15382"/>
                </a:lnTo>
                <a:lnTo>
                  <a:pt x="40147" y="15674"/>
                </a:lnTo>
                <a:lnTo>
                  <a:pt x="39971" y="15985"/>
                </a:lnTo>
                <a:lnTo>
                  <a:pt x="39835" y="16297"/>
                </a:lnTo>
                <a:lnTo>
                  <a:pt x="39679" y="16608"/>
                </a:lnTo>
                <a:lnTo>
                  <a:pt x="39563" y="16939"/>
                </a:lnTo>
                <a:lnTo>
                  <a:pt x="39446" y="17251"/>
                </a:lnTo>
                <a:lnTo>
                  <a:pt x="39348" y="17582"/>
                </a:lnTo>
                <a:lnTo>
                  <a:pt x="39251" y="17913"/>
                </a:lnTo>
                <a:lnTo>
                  <a:pt x="39173" y="18244"/>
                </a:lnTo>
                <a:lnTo>
                  <a:pt x="39115" y="18594"/>
                </a:lnTo>
                <a:lnTo>
                  <a:pt x="39056" y="18925"/>
                </a:lnTo>
                <a:lnTo>
                  <a:pt x="39037" y="19276"/>
                </a:lnTo>
                <a:lnTo>
                  <a:pt x="39017" y="19607"/>
                </a:lnTo>
                <a:lnTo>
                  <a:pt x="38998" y="19957"/>
                </a:lnTo>
                <a:lnTo>
                  <a:pt x="39017" y="20288"/>
                </a:lnTo>
                <a:lnTo>
                  <a:pt x="38862" y="20171"/>
                </a:lnTo>
                <a:lnTo>
                  <a:pt x="38706" y="20055"/>
                </a:lnTo>
                <a:lnTo>
                  <a:pt x="38550" y="19957"/>
                </a:lnTo>
                <a:lnTo>
                  <a:pt x="38394" y="19860"/>
                </a:lnTo>
                <a:lnTo>
                  <a:pt x="38044" y="19704"/>
                </a:lnTo>
                <a:lnTo>
                  <a:pt x="37674" y="19587"/>
                </a:lnTo>
                <a:lnTo>
                  <a:pt x="37304" y="19529"/>
                </a:lnTo>
                <a:lnTo>
                  <a:pt x="36934" y="19490"/>
                </a:lnTo>
                <a:lnTo>
                  <a:pt x="36740" y="19509"/>
                </a:lnTo>
                <a:lnTo>
                  <a:pt x="36564" y="19509"/>
                </a:lnTo>
                <a:lnTo>
                  <a:pt x="36370" y="19548"/>
                </a:lnTo>
                <a:lnTo>
                  <a:pt x="36175" y="19587"/>
                </a:lnTo>
                <a:lnTo>
                  <a:pt x="35805" y="19704"/>
                </a:lnTo>
                <a:lnTo>
                  <a:pt x="35455" y="19840"/>
                </a:lnTo>
                <a:lnTo>
                  <a:pt x="35104" y="20035"/>
                </a:lnTo>
                <a:lnTo>
                  <a:pt x="34773" y="20269"/>
                </a:lnTo>
                <a:lnTo>
                  <a:pt x="34462" y="20522"/>
                </a:lnTo>
                <a:lnTo>
                  <a:pt x="34325" y="20678"/>
                </a:lnTo>
                <a:lnTo>
                  <a:pt x="34208" y="20814"/>
                </a:lnTo>
                <a:lnTo>
                  <a:pt x="34092" y="20970"/>
                </a:lnTo>
                <a:lnTo>
                  <a:pt x="33994" y="21145"/>
                </a:lnTo>
                <a:lnTo>
                  <a:pt x="33897" y="21301"/>
                </a:lnTo>
                <a:lnTo>
                  <a:pt x="33839" y="21476"/>
                </a:lnTo>
                <a:lnTo>
                  <a:pt x="33566" y="20970"/>
                </a:lnTo>
                <a:lnTo>
                  <a:pt x="33293" y="20483"/>
                </a:lnTo>
                <a:lnTo>
                  <a:pt x="32982" y="19996"/>
                </a:lnTo>
                <a:lnTo>
                  <a:pt x="32651" y="19529"/>
                </a:lnTo>
                <a:lnTo>
                  <a:pt x="32300" y="19081"/>
                </a:lnTo>
                <a:lnTo>
                  <a:pt x="31911" y="18653"/>
                </a:lnTo>
                <a:lnTo>
                  <a:pt x="31522" y="18244"/>
                </a:lnTo>
                <a:lnTo>
                  <a:pt x="31093" y="17854"/>
                </a:lnTo>
                <a:lnTo>
                  <a:pt x="30665" y="17504"/>
                </a:lnTo>
                <a:lnTo>
                  <a:pt x="30198" y="17154"/>
                </a:lnTo>
                <a:lnTo>
                  <a:pt x="29731" y="16823"/>
                </a:lnTo>
                <a:lnTo>
                  <a:pt x="29244" y="16531"/>
                </a:lnTo>
                <a:lnTo>
                  <a:pt x="28738" y="16258"/>
                </a:lnTo>
                <a:lnTo>
                  <a:pt x="28231" y="16024"/>
                </a:lnTo>
                <a:lnTo>
                  <a:pt x="27686" y="15791"/>
                </a:lnTo>
                <a:lnTo>
                  <a:pt x="27161" y="15616"/>
                </a:lnTo>
                <a:lnTo>
                  <a:pt x="26576" y="15440"/>
                </a:lnTo>
                <a:lnTo>
                  <a:pt x="25973" y="15304"/>
                </a:lnTo>
                <a:lnTo>
                  <a:pt x="25389" y="15207"/>
                </a:lnTo>
                <a:lnTo>
                  <a:pt x="24785" y="15148"/>
                </a:lnTo>
                <a:lnTo>
                  <a:pt x="23870" y="15148"/>
                </a:lnTo>
                <a:lnTo>
                  <a:pt x="23578" y="15168"/>
                </a:lnTo>
                <a:lnTo>
                  <a:pt x="23286" y="15207"/>
                </a:lnTo>
                <a:lnTo>
                  <a:pt x="22975" y="15265"/>
                </a:lnTo>
                <a:lnTo>
                  <a:pt x="22683" y="15323"/>
                </a:lnTo>
                <a:lnTo>
                  <a:pt x="22391" y="15401"/>
                </a:lnTo>
                <a:lnTo>
                  <a:pt x="22118" y="15479"/>
                </a:lnTo>
                <a:lnTo>
                  <a:pt x="21865" y="15577"/>
                </a:lnTo>
                <a:lnTo>
                  <a:pt x="21592" y="15693"/>
                </a:lnTo>
                <a:lnTo>
                  <a:pt x="21339" y="15810"/>
                </a:lnTo>
                <a:lnTo>
                  <a:pt x="21086" y="15946"/>
                </a:lnTo>
                <a:lnTo>
                  <a:pt x="20852" y="16083"/>
                </a:lnTo>
                <a:lnTo>
                  <a:pt x="20385" y="16394"/>
                </a:lnTo>
                <a:lnTo>
                  <a:pt x="19937" y="16745"/>
                </a:lnTo>
                <a:lnTo>
                  <a:pt x="19529" y="17134"/>
                </a:lnTo>
                <a:lnTo>
                  <a:pt x="19139" y="17543"/>
                </a:lnTo>
                <a:lnTo>
                  <a:pt x="18789" y="17991"/>
                </a:lnTo>
                <a:lnTo>
                  <a:pt x="18458" y="18458"/>
                </a:lnTo>
                <a:lnTo>
                  <a:pt x="18166" y="18945"/>
                </a:lnTo>
                <a:lnTo>
                  <a:pt x="17913" y="19451"/>
                </a:lnTo>
                <a:lnTo>
                  <a:pt x="17679" y="19977"/>
                </a:lnTo>
                <a:lnTo>
                  <a:pt x="17504" y="20522"/>
                </a:lnTo>
                <a:lnTo>
                  <a:pt x="17348" y="21086"/>
                </a:lnTo>
                <a:lnTo>
                  <a:pt x="17231" y="21632"/>
                </a:lnTo>
                <a:lnTo>
                  <a:pt x="17153" y="22196"/>
                </a:lnTo>
                <a:lnTo>
                  <a:pt x="17114" y="22780"/>
                </a:lnTo>
                <a:lnTo>
                  <a:pt x="17095" y="23345"/>
                </a:lnTo>
                <a:lnTo>
                  <a:pt x="17134" y="23910"/>
                </a:lnTo>
                <a:lnTo>
                  <a:pt x="17192" y="24474"/>
                </a:lnTo>
                <a:lnTo>
                  <a:pt x="17270" y="25019"/>
                </a:lnTo>
                <a:lnTo>
                  <a:pt x="17387" y="25584"/>
                </a:lnTo>
                <a:lnTo>
                  <a:pt x="17523" y="26129"/>
                </a:lnTo>
                <a:lnTo>
                  <a:pt x="17679" y="26674"/>
                </a:lnTo>
                <a:lnTo>
                  <a:pt x="17874" y="27200"/>
                </a:lnTo>
                <a:lnTo>
                  <a:pt x="18088" y="27745"/>
                </a:lnTo>
                <a:lnTo>
                  <a:pt x="18321" y="28251"/>
                </a:lnTo>
                <a:lnTo>
                  <a:pt x="18594" y="28757"/>
                </a:lnTo>
                <a:lnTo>
                  <a:pt x="18867" y="29264"/>
                </a:lnTo>
                <a:lnTo>
                  <a:pt x="19159" y="29750"/>
                </a:lnTo>
                <a:lnTo>
                  <a:pt x="19490" y="30218"/>
                </a:lnTo>
                <a:lnTo>
                  <a:pt x="19821" y="30685"/>
                </a:lnTo>
                <a:lnTo>
                  <a:pt x="19626" y="30510"/>
                </a:lnTo>
                <a:lnTo>
                  <a:pt x="19392" y="30373"/>
                </a:lnTo>
                <a:lnTo>
                  <a:pt x="19159" y="30276"/>
                </a:lnTo>
                <a:lnTo>
                  <a:pt x="18906" y="30198"/>
                </a:lnTo>
                <a:lnTo>
                  <a:pt x="18652" y="30140"/>
                </a:lnTo>
                <a:lnTo>
                  <a:pt x="18380" y="30120"/>
                </a:lnTo>
                <a:lnTo>
                  <a:pt x="18107" y="30120"/>
                </a:lnTo>
                <a:lnTo>
                  <a:pt x="17854" y="30140"/>
                </a:lnTo>
                <a:lnTo>
                  <a:pt x="17582" y="30198"/>
                </a:lnTo>
                <a:lnTo>
                  <a:pt x="17329" y="30257"/>
                </a:lnTo>
                <a:lnTo>
                  <a:pt x="17075" y="30334"/>
                </a:lnTo>
                <a:lnTo>
                  <a:pt x="16822" y="30432"/>
                </a:lnTo>
                <a:lnTo>
                  <a:pt x="16336" y="30626"/>
                </a:lnTo>
                <a:lnTo>
                  <a:pt x="15868" y="30860"/>
                </a:lnTo>
                <a:lnTo>
                  <a:pt x="15557" y="31016"/>
                </a:lnTo>
                <a:lnTo>
                  <a:pt x="15245" y="31191"/>
                </a:lnTo>
                <a:lnTo>
                  <a:pt x="14953" y="31386"/>
                </a:lnTo>
                <a:lnTo>
                  <a:pt x="14817" y="31483"/>
                </a:lnTo>
                <a:lnTo>
                  <a:pt x="14681" y="31600"/>
                </a:lnTo>
                <a:lnTo>
                  <a:pt x="14564" y="31717"/>
                </a:lnTo>
                <a:lnTo>
                  <a:pt x="14466" y="31873"/>
                </a:lnTo>
                <a:lnTo>
                  <a:pt x="14389" y="32028"/>
                </a:lnTo>
                <a:lnTo>
                  <a:pt x="14350" y="32184"/>
                </a:lnTo>
                <a:lnTo>
                  <a:pt x="14311" y="32359"/>
                </a:lnTo>
                <a:lnTo>
                  <a:pt x="14291" y="32534"/>
                </a:lnTo>
                <a:lnTo>
                  <a:pt x="14272" y="32729"/>
                </a:lnTo>
                <a:lnTo>
                  <a:pt x="14272" y="32904"/>
                </a:lnTo>
                <a:lnTo>
                  <a:pt x="14019" y="32710"/>
                </a:lnTo>
                <a:lnTo>
                  <a:pt x="13766" y="32554"/>
                </a:lnTo>
                <a:lnTo>
                  <a:pt x="13220" y="32242"/>
                </a:lnTo>
                <a:lnTo>
                  <a:pt x="12656" y="31970"/>
                </a:lnTo>
                <a:lnTo>
                  <a:pt x="12072" y="31736"/>
                </a:lnTo>
                <a:lnTo>
                  <a:pt x="11488" y="31542"/>
                </a:lnTo>
                <a:lnTo>
                  <a:pt x="10884" y="31405"/>
                </a:lnTo>
                <a:lnTo>
                  <a:pt x="10261" y="31288"/>
                </a:lnTo>
                <a:lnTo>
                  <a:pt x="9638" y="31230"/>
                </a:lnTo>
                <a:lnTo>
                  <a:pt x="9015" y="31191"/>
                </a:lnTo>
                <a:lnTo>
                  <a:pt x="8392" y="31211"/>
                </a:lnTo>
                <a:lnTo>
                  <a:pt x="7769" y="31269"/>
                </a:lnTo>
                <a:lnTo>
                  <a:pt x="7146" y="31366"/>
                </a:lnTo>
                <a:lnTo>
                  <a:pt x="6542" y="31503"/>
                </a:lnTo>
                <a:lnTo>
                  <a:pt x="5958" y="31697"/>
                </a:lnTo>
                <a:lnTo>
                  <a:pt x="5374" y="31911"/>
                </a:lnTo>
                <a:lnTo>
                  <a:pt x="5082" y="32048"/>
                </a:lnTo>
                <a:lnTo>
                  <a:pt x="4810" y="32184"/>
                </a:lnTo>
                <a:lnTo>
                  <a:pt x="4537" y="32340"/>
                </a:lnTo>
                <a:lnTo>
                  <a:pt x="4265" y="32496"/>
                </a:lnTo>
                <a:lnTo>
                  <a:pt x="3739" y="32846"/>
                </a:lnTo>
                <a:lnTo>
                  <a:pt x="3252" y="33235"/>
                </a:lnTo>
                <a:lnTo>
                  <a:pt x="2785" y="33664"/>
                </a:lnTo>
                <a:lnTo>
                  <a:pt x="2357" y="34112"/>
                </a:lnTo>
                <a:lnTo>
                  <a:pt x="1967" y="34579"/>
                </a:lnTo>
                <a:lnTo>
                  <a:pt x="1597" y="35085"/>
                </a:lnTo>
                <a:lnTo>
                  <a:pt x="1266" y="35611"/>
                </a:lnTo>
                <a:lnTo>
                  <a:pt x="955" y="36175"/>
                </a:lnTo>
                <a:lnTo>
                  <a:pt x="702" y="36740"/>
                </a:lnTo>
                <a:lnTo>
                  <a:pt x="487" y="37324"/>
                </a:lnTo>
                <a:lnTo>
                  <a:pt x="293" y="37908"/>
                </a:lnTo>
                <a:lnTo>
                  <a:pt x="156" y="38531"/>
                </a:lnTo>
                <a:lnTo>
                  <a:pt x="59" y="39135"/>
                </a:lnTo>
                <a:lnTo>
                  <a:pt x="1" y="39758"/>
                </a:lnTo>
                <a:lnTo>
                  <a:pt x="1" y="40069"/>
                </a:lnTo>
                <a:lnTo>
                  <a:pt x="1" y="40381"/>
                </a:lnTo>
                <a:lnTo>
                  <a:pt x="84264" y="37538"/>
                </a:lnTo>
                <a:lnTo>
                  <a:pt x="84050" y="702"/>
                </a:lnTo>
                <a:lnTo>
                  <a:pt x="83641" y="507"/>
                </a:lnTo>
                <a:lnTo>
                  <a:pt x="83233" y="371"/>
                </a:lnTo>
                <a:lnTo>
                  <a:pt x="82804" y="235"/>
                </a:lnTo>
                <a:lnTo>
                  <a:pt x="82356" y="137"/>
                </a:lnTo>
                <a:lnTo>
                  <a:pt x="81928" y="59"/>
                </a:lnTo>
                <a:lnTo>
                  <a:pt x="81480" y="20"/>
                </a:lnTo>
                <a:lnTo>
                  <a:pt x="81032" y="1"/>
                </a:lnTo>
                <a:close/>
              </a:path>
            </a:pathLst>
          </a:custGeom>
          <a:solidFill>
            <a:srgbClr val="FFFFFF">
              <a:alpha val="223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106" name="Google Shape;7106;p32"/>
          <p:cNvGrpSpPr/>
          <p:nvPr/>
        </p:nvGrpSpPr>
        <p:grpSpPr>
          <a:xfrm>
            <a:off x="7547809" y="5034607"/>
            <a:ext cx="4189471" cy="1321320"/>
            <a:chOff x="5965656" y="2150605"/>
            <a:chExt cx="3142103" cy="990990"/>
          </a:xfrm>
        </p:grpSpPr>
        <p:grpSp>
          <p:nvGrpSpPr>
            <p:cNvPr id="7107" name="Google Shape;7107;p32"/>
            <p:cNvGrpSpPr/>
            <p:nvPr/>
          </p:nvGrpSpPr>
          <p:grpSpPr>
            <a:xfrm>
              <a:off x="5965656" y="2150605"/>
              <a:ext cx="3142103" cy="990990"/>
              <a:chOff x="5965656" y="2150605"/>
              <a:chExt cx="3142103" cy="990990"/>
            </a:xfrm>
          </p:grpSpPr>
          <p:sp>
            <p:nvSpPr>
              <p:cNvPr id="7108" name="Google Shape;7108;p32"/>
              <p:cNvSpPr/>
              <p:nvPr/>
            </p:nvSpPr>
            <p:spPr>
              <a:xfrm>
                <a:off x="5965656" y="2455048"/>
                <a:ext cx="204711" cy="666254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13767" extrusionOk="0">
                    <a:moveTo>
                      <a:pt x="1435" y="0"/>
                    </a:moveTo>
                    <a:lnTo>
                      <a:pt x="1435" y="1230"/>
                    </a:lnTo>
                    <a:lnTo>
                      <a:pt x="765" y="1230"/>
                    </a:lnTo>
                    <a:lnTo>
                      <a:pt x="765" y="2627"/>
                    </a:lnTo>
                    <a:lnTo>
                      <a:pt x="1" y="2627"/>
                    </a:lnTo>
                    <a:lnTo>
                      <a:pt x="1" y="13766"/>
                    </a:lnTo>
                    <a:lnTo>
                      <a:pt x="4229" y="13766"/>
                    </a:lnTo>
                    <a:lnTo>
                      <a:pt x="4229" y="2627"/>
                    </a:lnTo>
                    <a:lnTo>
                      <a:pt x="3466" y="2627"/>
                    </a:lnTo>
                    <a:lnTo>
                      <a:pt x="3466" y="1230"/>
                    </a:lnTo>
                    <a:lnTo>
                      <a:pt x="2795" y="1230"/>
                    </a:lnTo>
                    <a:lnTo>
                      <a:pt x="2795" y="0"/>
                    </a:lnTo>
                    <a:close/>
                  </a:path>
                </a:pathLst>
              </a:custGeom>
              <a:solidFill>
                <a:srgbClr val="97CF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7109" name="Google Shape;7109;p32"/>
              <p:cNvGrpSpPr/>
              <p:nvPr/>
            </p:nvGrpSpPr>
            <p:grpSpPr>
              <a:xfrm>
                <a:off x="6144659" y="2177946"/>
                <a:ext cx="336345" cy="897969"/>
                <a:chOff x="3973200" y="2833500"/>
                <a:chExt cx="173750" cy="463875"/>
              </a:xfrm>
            </p:grpSpPr>
            <p:sp>
              <p:nvSpPr>
                <p:cNvPr id="7110" name="Google Shape;7110;p32"/>
                <p:cNvSpPr/>
                <p:nvPr/>
              </p:nvSpPr>
              <p:spPr>
                <a:xfrm>
                  <a:off x="3973200" y="2833500"/>
                  <a:ext cx="173750" cy="46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0" h="18555" extrusionOk="0">
                      <a:moveTo>
                        <a:pt x="3466" y="1"/>
                      </a:moveTo>
                      <a:lnTo>
                        <a:pt x="1" y="3801"/>
                      </a:lnTo>
                      <a:lnTo>
                        <a:pt x="1" y="18554"/>
                      </a:lnTo>
                      <a:lnTo>
                        <a:pt x="6949" y="18554"/>
                      </a:lnTo>
                      <a:lnTo>
                        <a:pt x="6949" y="3801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solidFill>
                  <a:srgbClr val="97CF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11" name="Google Shape;7111;p32"/>
                <p:cNvSpPr/>
                <p:nvPr/>
              </p:nvSpPr>
              <p:spPr>
                <a:xfrm>
                  <a:off x="3982050" y="3123175"/>
                  <a:ext cx="154175" cy="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7" h="75" extrusionOk="0">
                      <a:moveTo>
                        <a:pt x="1" y="0"/>
                      </a:moveTo>
                      <a:lnTo>
                        <a:pt x="1" y="75"/>
                      </a:lnTo>
                      <a:lnTo>
                        <a:pt x="6167" y="75"/>
                      </a:lnTo>
                      <a:lnTo>
                        <a:pt x="616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12" name="Google Shape;7112;p32"/>
                <p:cNvSpPr/>
                <p:nvPr/>
              </p:nvSpPr>
              <p:spPr>
                <a:xfrm>
                  <a:off x="3982050" y="3084975"/>
                  <a:ext cx="154175" cy="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7" h="76" extrusionOk="0">
                      <a:moveTo>
                        <a:pt x="1" y="1"/>
                      </a:moveTo>
                      <a:lnTo>
                        <a:pt x="1" y="75"/>
                      </a:lnTo>
                      <a:lnTo>
                        <a:pt x="6167" y="75"/>
                      </a:lnTo>
                      <a:lnTo>
                        <a:pt x="616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13" name="Google Shape;7113;p32"/>
                <p:cNvSpPr/>
                <p:nvPr/>
              </p:nvSpPr>
              <p:spPr>
                <a:xfrm>
                  <a:off x="3982050" y="3047275"/>
                  <a:ext cx="154175" cy="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7" h="75" extrusionOk="0">
                      <a:moveTo>
                        <a:pt x="1" y="0"/>
                      </a:moveTo>
                      <a:lnTo>
                        <a:pt x="1" y="75"/>
                      </a:lnTo>
                      <a:lnTo>
                        <a:pt x="6167" y="75"/>
                      </a:lnTo>
                      <a:lnTo>
                        <a:pt x="616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14" name="Google Shape;7114;p32"/>
                <p:cNvSpPr/>
                <p:nvPr/>
              </p:nvSpPr>
              <p:spPr>
                <a:xfrm>
                  <a:off x="3982050" y="3009075"/>
                  <a:ext cx="154175" cy="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7" h="76" extrusionOk="0">
                      <a:moveTo>
                        <a:pt x="1" y="1"/>
                      </a:moveTo>
                      <a:lnTo>
                        <a:pt x="1" y="75"/>
                      </a:lnTo>
                      <a:lnTo>
                        <a:pt x="6167" y="75"/>
                      </a:lnTo>
                      <a:lnTo>
                        <a:pt x="616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15" name="Google Shape;7115;p32"/>
                <p:cNvSpPr/>
                <p:nvPr/>
              </p:nvSpPr>
              <p:spPr>
                <a:xfrm>
                  <a:off x="3982050" y="2971350"/>
                  <a:ext cx="154175" cy="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7" h="57" extrusionOk="0">
                      <a:moveTo>
                        <a:pt x="1" y="1"/>
                      </a:moveTo>
                      <a:lnTo>
                        <a:pt x="1" y="57"/>
                      </a:lnTo>
                      <a:lnTo>
                        <a:pt x="6167" y="57"/>
                      </a:lnTo>
                      <a:lnTo>
                        <a:pt x="616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16" name="Google Shape;7116;p32"/>
                <p:cNvSpPr/>
                <p:nvPr/>
              </p:nvSpPr>
              <p:spPr>
                <a:xfrm>
                  <a:off x="3982050" y="2934100"/>
                  <a:ext cx="154175" cy="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7" h="57" extrusionOk="0">
                      <a:moveTo>
                        <a:pt x="1" y="0"/>
                      </a:moveTo>
                      <a:lnTo>
                        <a:pt x="1" y="56"/>
                      </a:lnTo>
                      <a:lnTo>
                        <a:pt x="6167" y="56"/>
                      </a:lnTo>
                      <a:lnTo>
                        <a:pt x="616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17" name="Google Shape;7117;p32"/>
                <p:cNvSpPr/>
                <p:nvPr/>
              </p:nvSpPr>
              <p:spPr>
                <a:xfrm>
                  <a:off x="4117575" y="2934100"/>
                  <a:ext cx="1875" cy="2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129" extrusionOk="0">
                      <a:moveTo>
                        <a:pt x="0" y="0"/>
                      </a:moveTo>
                      <a:lnTo>
                        <a:pt x="0" y="9128"/>
                      </a:lnTo>
                      <a:lnTo>
                        <a:pt x="75" y="9128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18" name="Google Shape;7118;p32"/>
                <p:cNvSpPr/>
                <p:nvPr/>
              </p:nvSpPr>
              <p:spPr>
                <a:xfrm>
                  <a:off x="4087775" y="2934100"/>
                  <a:ext cx="2350" cy="2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" h="9129" extrusionOk="0">
                      <a:moveTo>
                        <a:pt x="0" y="0"/>
                      </a:moveTo>
                      <a:lnTo>
                        <a:pt x="0" y="9128"/>
                      </a:lnTo>
                      <a:lnTo>
                        <a:pt x="93" y="9128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19" name="Google Shape;7119;p32"/>
                <p:cNvSpPr/>
                <p:nvPr/>
              </p:nvSpPr>
              <p:spPr>
                <a:xfrm>
                  <a:off x="4057975" y="2934100"/>
                  <a:ext cx="2350" cy="2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" h="9129" extrusionOk="0">
                      <a:moveTo>
                        <a:pt x="0" y="0"/>
                      </a:moveTo>
                      <a:lnTo>
                        <a:pt x="0" y="9128"/>
                      </a:lnTo>
                      <a:lnTo>
                        <a:pt x="93" y="9128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20" name="Google Shape;7120;p32"/>
                <p:cNvSpPr/>
                <p:nvPr/>
              </p:nvSpPr>
              <p:spPr>
                <a:xfrm>
                  <a:off x="4028625" y="2934100"/>
                  <a:ext cx="1875" cy="2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129" extrusionOk="0">
                      <a:moveTo>
                        <a:pt x="0" y="0"/>
                      </a:moveTo>
                      <a:lnTo>
                        <a:pt x="0" y="9128"/>
                      </a:lnTo>
                      <a:lnTo>
                        <a:pt x="75" y="9128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21" name="Google Shape;7121;p32"/>
                <p:cNvSpPr/>
                <p:nvPr/>
              </p:nvSpPr>
              <p:spPr>
                <a:xfrm>
                  <a:off x="3998825" y="2934100"/>
                  <a:ext cx="2350" cy="2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" h="9129" extrusionOk="0">
                      <a:moveTo>
                        <a:pt x="0" y="0"/>
                      </a:moveTo>
                      <a:lnTo>
                        <a:pt x="0" y="9128"/>
                      </a:lnTo>
                      <a:lnTo>
                        <a:pt x="93" y="9128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sp>
            <p:nvSpPr>
              <p:cNvPr id="7122" name="Google Shape;7122;p32"/>
              <p:cNvSpPr/>
              <p:nvPr/>
            </p:nvSpPr>
            <p:spPr>
              <a:xfrm>
                <a:off x="6587855" y="2368032"/>
                <a:ext cx="332716" cy="635620"/>
              </a:xfrm>
              <a:custGeom>
                <a:avLst/>
                <a:gdLst/>
                <a:ahLst/>
                <a:cxnLst/>
                <a:rect l="l" t="t" r="r" b="b"/>
                <a:pathLst>
                  <a:path w="6875" h="13134" extrusionOk="0">
                    <a:moveTo>
                      <a:pt x="4080" y="1062"/>
                    </a:moveTo>
                    <a:lnTo>
                      <a:pt x="4080" y="1714"/>
                    </a:lnTo>
                    <a:lnTo>
                      <a:pt x="429" y="1714"/>
                    </a:lnTo>
                    <a:lnTo>
                      <a:pt x="429" y="1062"/>
                    </a:lnTo>
                    <a:close/>
                    <a:moveTo>
                      <a:pt x="4080" y="2515"/>
                    </a:moveTo>
                    <a:lnTo>
                      <a:pt x="4080" y="3186"/>
                    </a:lnTo>
                    <a:lnTo>
                      <a:pt x="429" y="3186"/>
                    </a:lnTo>
                    <a:lnTo>
                      <a:pt x="429" y="2515"/>
                    </a:lnTo>
                    <a:close/>
                    <a:moveTo>
                      <a:pt x="4080" y="4043"/>
                    </a:moveTo>
                    <a:lnTo>
                      <a:pt x="4080" y="4713"/>
                    </a:lnTo>
                    <a:lnTo>
                      <a:pt x="429" y="4713"/>
                    </a:lnTo>
                    <a:lnTo>
                      <a:pt x="429" y="4043"/>
                    </a:lnTo>
                    <a:close/>
                    <a:moveTo>
                      <a:pt x="969" y="0"/>
                    </a:moveTo>
                    <a:lnTo>
                      <a:pt x="764" y="19"/>
                    </a:lnTo>
                    <a:lnTo>
                      <a:pt x="559" y="56"/>
                    </a:lnTo>
                    <a:lnTo>
                      <a:pt x="354" y="112"/>
                    </a:lnTo>
                    <a:lnTo>
                      <a:pt x="280" y="149"/>
                    </a:lnTo>
                    <a:lnTo>
                      <a:pt x="205" y="205"/>
                    </a:lnTo>
                    <a:lnTo>
                      <a:pt x="149" y="261"/>
                    </a:lnTo>
                    <a:lnTo>
                      <a:pt x="112" y="317"/>
                    </a:lnTo>
                    <a:lnTo>
                      <a:pt x="56" y="503"/>
                    </a:lnTo>
                    <a:lnTo>
                      <a:pt x="38" y="745"/>
                    </a:lnTo>
                    <a:lnTo>
                      <a:pt x="19" y="988"/>
                    </a:lnTo>
                    <a:lnTo>
                      <a:pt x="0" y="1248"/>
                    </a:lnTo>
                    <a:lnTo>
                      <a:pt x="19" y="1658"/>
                    </a:lnTo>
                    <a:lnTo>
                      <a:pt x="19" y="1844"/>
                    </a:lnTo>
                    <a:lnTo>
                      <a:pt x="19" y="13133"/>
                    </a:lnTo>
                    <a:lnTo>
                      <a:pt x="6874" y="13133"/>
                    </a:lnTo>
                    <a:lnTo>
                      <a:pt x="6874" y="7060"/>
                    </a:lnTo>
                    <a:lnTo>
                      <a:pt x="6874" y="727"/>
                    </a:lnTo>
                    <a:lnTo>
                      <a:pt x="6856" y="578"/>
                    </a:lnTo>
                    <a:lnTo>
                      <a:pt x="6837" y="466"/>
                    </a:lnTo>
                    <a:lnTo>
                      <a:pt x="6781" y="336"/>
                    </a:lnTo>
                    <a:lnTo>
                      <a:pt x="6707" y="224"/>
                    </a:lnTo>
                    <a:lnTo>
                      <a:pt x="6632" y="131"/>
                    </a:lnTo>
                    <a:lnTo>
                      <a:pt x="6520" y="75"/>
                    </a:lnTo>
                    <a:lnTo>
                      <a:pt x="6390" y="19"/>
                    </a:lnTo>
                    <a:lnTo>
                      <a:pt x="6241" y="0"/>
                    </a:lnTo>
                    <a:close/>
                  </a:path>
                </a:pathLst>
              </a:custGeom>
              <a:solidFill>
                <a:srgbClr val="97CF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7123" name="Google Shape;7123;p32"/>
              <p:cNvGrpSpPr/>
              <p:nvPr/>
            </p:nvGrpSpPr>
            <p:grpSpPr>
              <a:xfrm>
                <a:off x="6874481" y="2499791"/>
                <a:ext cx="576142" cy="437297"/>
                <a:chOff x="3118625" y="3019775"/>
                <a:chExt cx="297625" cy="225900"/>
              </a:xfrm>
            </p:grpSpPr>
            <p:sp>
              <p:nvSpPr>
                <p:cNvPr id="7124" name="Google Shape;7124;p32"/>
                <p:cNvSpPr/>
                <p:nvPr/>
              </p:nvSpPr>
              <p:spPr>
                <a:xfrm>
                  <a:off x="3135875" y="3129700"/>
                  <a:ext cx="262200" cy="1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88" h="4639" extrusionOk="0">
                      <a:moveTo>
                        <a:pt x="1006" y="820"/>
                      </a:moveTo>
                      <a:lnTo>
                        <a:pt x="1006" y="1602"/>
                      </a:lnTo>
                      <a:lnTo>
                        <a:pt x="764" y="1602"/>
                      </a:lnTo>
                      <a:lnTo>
                        <a:pt x="764" y="820"/>
                      </a:lnTo>
                      <a:close/>
                      <a:moveTo>
                        <a:pt x="2049" y="820"/>
                      </a:moveTo>
                      <a:lnTo>
                        <a:pt x="2049" y="1602"/>
                      </a:lnTo>
                      <a:lnTo>
                        <a:pt x="1807" y="1602"/>
                      </a:lnTo>
                      <a:lnTo>
                        <a:pt x="1807" y="820"/>
                      </a:lnTo>
                      <a:close/>
                      <a:moveTo>
                        <a:pt x="4340" y="820"/>
                      </a:moveTo>
                      <a:lnTo>
                        <a:pt x="4340" y="1602"/>
                      </a:lnTo>
                      <a:lnTo>
                        <a:pt x="4098" y="1602"/>
                      </a:lnTo>
                      <a:lnTo>
                        <a:pt x="4098" y="820"/>
                      </a:lnTo>
                      <a:close/>
                      <a:moveTo>
                        <a:pt x="5365" y="820"/>
                      </a:moveTo>
                      <a:lnTo>
                        <a:pt x="5365" y="1602"/>
                      </a:lnTo>
                      <a:lnTo>
                        <a:pt x="5141" y="1602"/>
                      </a:lnTo>
                      <a:lnTo>
                        <a:pt x="5141" y="820"/>
                      </a:lnTo>
                      <a:close/>
                      <a:moveTo>
                        <a:pt x="6408" y="820"/>
                      </a:moveTo>
                      <a:lnTo>
                        <a:pt x="6408" y="1602"/>
                      </a:lnTo>
                      <a:lnTo>
                        <a:pt x="6166" y="1602"/>
                      </a:lnTo>
                      <a:lnTo>
                        <a:pt x="6166" y="820"/>
                      </a:lnTo>
                      <a:close/>
                      <a:moveTo>
                        <a:pt x="8699" y="820"/>
                      </a:moveTo>
                      <a:lnTo>
                        <a:pt x="8699" y="1602"/>
                      </a:lnTo>
                      <a:lnTo>
                        <a:pt x="8457" y="1602"/>
                      </a:lnTo>
                      <a:lnTo>
                        <a:pt x="8457" y="820"/>
                      </a:lnTo>
                      <a:close/>
                      <a:moveTo>
                        <a:pt x="9743" y="820"/>
                      </a:moveTo>
                      <a:lnTo>
                        <a:pt x="9743" y="1602"/>
                      </a:lnTo>
                      <a:lnTo>
                        <a:pt x="9500" y="1602"/>
                      </a:lnTo>
                      <a:lnTo>
                        <a:pt x="9500" y="820"/>
                      </a:lnTo>
                      <a:close/>
                      <a:moveTo>
                        <a:pt x="0" y="0"/>
                      </a:moveTo>
                      <a:lnTo>
                        <a:pt x="0" y="4639"/>
                      </a:lnTo>
                      <a:lnTo>
                        <a:pt x="10488" y="4639"/>
                      </a:lnTo>
                      <a:lnTo>
                        <a:pt x="10488" y="0"/>
                      </a:lnTo>
                      <a:close/>
                    </a:path>
                  </a:pathLst>
                </a:custGeom>
                <a:solidFill>
                  <a:srgbClr val="97CF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25" name="Google Shape;7125;p32"/>
                <p:cNvSpPr/>
                <p:nvPr/>
              </p:nvSpPr>
              <p:spPr>
                <a:xfrm>
                  <a:off x="3118625" y="3019775"/>
                  <a:ext cx="297625" cy="10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5" h="4305" extrusionOk="0">
                      <a:moveTo>
                        <a:pt x="5943" y="1696"/>
                      </a:moveTo>
                      <a:lnTo>
                        <a:pt x="5962" y="1715"/>
                      </a:lnTo>
                      <a:lnTo>
                        <a:pt x="6055" y="1845"/>
                      </a:lnTo>
                      <a:lnTo>
                        <a:pt x="6074" y="1901"/>
                      </a:lnTo>
                      <a:lnTo>
                        <a:pt x="6092" y="1957"/>
                      </a:lnTo>
                      <a:lnTo>
                        <a:pt x="6074" y="2106"/>
                      </a:lnTo>
                      <a:lnTo>
                        <a:pt x="6036" y="2236"/>
                      </a:lnTo>
                      <a:lnTo>
                        <a:pt x="6018" y="2292"/>
                      </a:lnTo>
                      <a:lnTo>
                        <a:pt x="6036" y="2758"/>
                      </a:lnTo>
                      <a:lnTo>
                        <a:pt x="5850" y="2758"/>
                      </a:lnTo>
                      <a:lnTo>
                        <a:pt x="5869" y="2292"/>
                      </a:lnTo>
                      <a:lnTo>
                        <a:pt x="5850" y="2236"/>
                      </a:lnTo>
                      <a:lnTo>
                        <a:pt x="5813" y="2106"/>
                      </a:lnTo>
                      <a:lnTo>
                        <a:pt x="5794" y="1957"/>
                      </a:lnTo>
                      <a:lnTo>
                        <a:pt x="5813" y="1901"/>
                      </a:lnTo>
                      <a:lnTo>
                        <a:pt x="5831" y="1845"/>
                      </a:lnTo>
                      <a:lnTo>
                        <a:pt x="5925" y="1696"/>
                      </a:lnTo>
                      <a:close/>
                      <a:moveTo>
                        <a:pt x="5925" y="1"/>
                      </a:moveTo>
                      <a:lnTo>
                        <a:pt x="5850" y="280"/>
                      </a:lnTo>
                      <a:lnTo>
                        <a:pt x="5813" y="392"/>
                      </a:lnTo>
                      <a:lnTo>
                        <a:pt x="5757" y="485"/>
                      </a:lnTo>
                      <a:lnTo>
                        <a:pt x="5701" y="541"/>
                      </a:lnTo>
                      <a:lnTo>
                        <a:pt x="5664" y="597"/>
                      </a:lnTo>
                      <a:lnTo>
                        <a:pt x="5552" y="672"/>
                      </a:lnTo>
                      <a:lnTo>
                        <a:pt x="5329" y="783"/>
                      </a:lnTo>
                      <a:lnTo>
                        <a:pt x="5235" y="877"/>
                      </a:lnTo>
                      <a:lnTo>
                        <a:pt x="5179" y="914"/>
                      </a:lnTo>
                      <a:lnTo>
                        <a:pt x="5142" y="988"/>
                      </a:lnTo>
                      <a:lnTo>
                        <a:pt x="4919" y="1342"/>
                      </a:lnTo>
                      <a:lnTo>
                        <a:pt x="4695" y="1640"/>
                      </a:lnTo>
                      <a:lnTo>
                        <a:pt x="4583" y="1752"/>
                      </a:lnTo>
                      <a:lnTo>
                        <a:pt x="4453" y="1864"/>
                      </a:lnTo>
                      <a:lnTo>
                        <a:pt x="4341" y="1957"/>
                      </a:lnTo>
                      <a:lnTo>
                        <a:pt x="4211" y="2050"/>
                      </a:lnTo>
                      <a:lnTo>
                        <a:pt x="4099" y="2125"/>
                      </a:lnTo>
                      <a:lnTo>
                        <a:pt x="3969" y="2180"/>
                      </a:lnTo>
                      <a:lnTo>
                        <a:pt x="3708" y="2255"/>
                      </a:lnTo>
                      <a:lnTo>
                        <a:pt x="3447" y="2311"/>
                      </a:lnTo>
                      <a:lnTo>
                        <a:pt x="3168" y="2330"/>
                      </a:lnTo>
                      <a:lnTo>
                        <a:pt x="3037" y="2348"/>
                      </a:lnTo>
                      <a:lnTo>
                        <a:pt x="2907" y="2385"/>
                      </a:lnTo>
                      <a:lnTo>
                        <a:pt x="2776" y="2460"/>
                      </a:lnTo>
                      <a:lnTo>
                        <a:pt x="2665" y="2534"/>
                      </a:lnTo>
                      <a:lnTo>
                        <a:pt x="2572" y="2646"/>
                      </a:lnTo>
                      <a:lnTo>
                        <a:pt x="2478" y="2758"/>
                      </a:lnTo>
                      <a:lnTo>
                        <a:pt x="2329" y="3000"/>
                      </a:lnTo>
                      <a:lnTo>
                        <a:pt x="1212" y="3000"/>
                      </a:lnTo>
                      <a:lnTo>
                        <a:pt x="1" y="4304"/>
                      </a:lnTo>
                      <a:lnTo>
                        <a:pt x="11904" y="4304"/>
                      </a:lnTo>
                      <a:lnTo>
                        <a:pt x="10656" y="3000"/>
                      </a:lnTo>
                      <a:lnTo>
                        <a:pt x="9557" y="3000"/>
                      </a:lnTo>
                      <a:lnTo>
                        <a:pt x="9408" y="2758"/>
                      </a:lnTo>
                      <a:lnTo>
                        <a:pt x="9315" y="2646"/>
                      </a:lnTo>
                      <a:lnTo>
                        <a:pt x="9203" y="2534"/>
                      </a:lnTo>
                      <a:lnTo>
                        <a:pt x="9091" y="2460"/>
                      </a:lnTo>
                      <a:lnTo>
                        <a:pt x="8980" y="2385"/>
                      </a:lnTo>
                      <a:lnTo>
                        <a:pt x="8849" y="2348"/>
                      </a:lnTo>
                      <a:lnTo>
                        <a:pt x="8719" y="2330"/>
                      </a:lnTo>
                      <a:lnTo>
                        <a:pt x="8607" y="2311"/>
                      </a:lnTo>
                      <a:lnTo>
                        <a:pt x="8495" y="2292"/>
                      </a:lnTo>
                      <a:lnTo>
                        <a:pt x="8235" y="2218"/>
                      </a:lnTo>
                      <a:lnTo>
                        <a:pt x="7955" y="2069"/>
                      </a:lnTo>
                      <a:lnTo>
                        <a:pt x="7657" y="1901"/>
                      </a:lnTo>
                      <a:lnTo>
                        <a:pt x="7378" y="1696"/>
                      </a:lnTo>
                      <a:lnTo>
                        <a:pt x="7135" y="1473"/>
                      </a:lnTo>
                      <a:lnTo>
                        <a:pt x="6912" y="1230"/>
                      </a:lnTo>
                      <a:lnTo>
                        <a:pt x="6819" y="1119"/>
                      </a:lnTo>
                      <a:lnTo>
                        <a:pt x="6744" y="988"/>
                      </a:lnTo>
                      <a:lnTo>
                        <a:pt x="6707" y="914"/>
                      </a:lnTo>
                      <a:lnTo>
                        <a:pt x="6651" y="877"/>
                      </a:lnTo>
                      <a:lnTo>
                        <a:pt x="6558" y="783"/>
                      </a:lnTo>
                      <a:lnTo>
                        <a:pt x="6334" y="672"/>
                      </a:lnTo>
                      <a:lnTo>
                        <a:pt x="6223" y="597"/>
                      </a:lnTo>
                      <a:lnTo>
                        <a:pt x="6111" y="485"/>
                      </a:lnTo>
                      <a:lnTo>
                        <a:pt x="6074" y="392"/>
                      </a:lnTo>
                      <a:lnTo>
                        <a:pt x="6018" y="280"/>
                      </a:lnTo>
                      <a:lnTo>
                        <a:pt x="5925" y="1"/>
                      </a:lnTo>
                      <a:close/>
                    </a:path>
                  </a:pathLst>
                </a:custGeom>
                <a:solidFill>
                  <a:srgbClr val="97CF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sp>
            <p:nvSpPr>
              <p:cNvPr id="7126" name="Google Shape;7126;p32"/>
              <p:cNvSpPr/>
              <p:nvPr/>
            </p:nvSpPr>
            <p:spPr>
              <a:xfrm>
                <a:off x="7414231" y="2366253"/>
                <a:ext cx="375981" cy="593226"/>
              </a:xfrm>
              <a:custGeom>
                <a:avLst/>
                <a:gdLst/>
                <a:ahLst/>
                <a:cxnLst/>
                <a:rect l="l" t="t" r="r" b="b"/>
                <a:pathLst>
                  <a:path w="7769" h="12258" extrusionOk="0">
                    <a:moveTo>
                      <a:pt x="2217" y="0"/>
                    </a:moveTo>
                    <a:lnTo>
                      <a:pt x="2217" y="5347"/>
                    </a:lnTo>
                    <a:lnTo>
                      <a:pt x="1" y="5347"/>
                    </a:lnTo>
                    <a:lnTo>
                      <a:pt x="1" y="12053"/>
                    </a:lnTo>
                    <a:lnTo>
                      <a:pt x="2217" y="12053"/>
                    </a:lnTo>
                    <a:lnTo>
                      <a:pt x="2217" y="12258"/>
                    </a:lnTo>
                    <a:lnTo>
                      <a:pt x="5422" y="12258"/>
                    </a:lnTo>
                    <a:lnTo>
                      <a:pt x="5422" y="11568"/>
                    </a:lnTo>
                    <a:lnTo>
                      <a:pt x="7769" y="11568"/>
                    </a:lnTo>
                    <a:lnTo>
                      <a:pt x="7769" y="5142"/>
                    </a:lnTo>
                    <a:lnTo>
                      <a:pt x="5422" y="5142"/>
                    </a:lnTo>
                    <a:lnTo>
                      <a:pt x="5422" y="0"/>
                    </a:lnTo>
                    <a:close/>
                  </a:path>
                </a:pathLst>
              </a:custGeom>
              <a:solidFill>
                <a:srgbClr val="97CF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7127" name="Google Shape;7127;p32"/>
              <p:cNvGrpSpPr/>
              <p:nvPr/>
            </p:nvGrpSpPr>
            <p:grpSpPr>
              <a:xfrm>
                <a:off x="7813171" y="2150605"/>
                <a:ext cx="283520" cy="766335"/>
                <a:chOff x="2574939" y="2864700"/>
                <a:chExt cx="146461" cy="395875"/>
              </a:xfrm>
            </p:grpSpPr>
            <p:sp>
              <p:nvSpPr>
                <p:cNvPr id="7128" name="Google Shape;7128;p32"/>
                <p:cNvSpPr/>
                <p:nvPr/>
              </p:nvSpPr>
              <p:spPr>
                <a:xfrm>
                  <a:off x="2662700" y="2864700"/>
                  <a:ext cx="58700" cy="39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8" h="15835" extrusionOk="0">
                      <a:moveTo>
                        <a:pt x="1174" y="3466"/>
                      </a:moveTo>
                      <a:lnTo>
                        <a:pt x="1305" y="3875"/>
                      </a:lnTo>
                      <a:lnTo>
                        <a:pt x="1323" y="3950"/>
                      </a:lnTo>
                      <a:lnTo>
                        <a:pt x="1361" y="4024"/>
                      </a:lnTo>
                      <a:lnTo>
                        <a:pt x="1398" y="4062"/>
                      </a:lnTo>
                      <a:lnTo>
                        <a:pt x="1379" y="4118"/>
                      </a:lnTo>
                      <a:lnTo>
                        <a:pt x="1361" y="4155"/>
                      </a:lnTo>
                      <a:lnTo>
                        <a:pt x="1323" y="4192"/>
                      </a:lnTo>
                      <a:lnTo>
                        <a:pt x="1323" y="4770"/>
                      </a:lnTo>
                      <a:lnTo>
                        <a:pt x="1044" y="4770"/>
                      </a:lnTo>
                      <a:lnTo>
                        <a:pt x="1044" y="4211"/>
                      </a:lnTo>
                      <a:lnTo>
                        <a:pt x="988" y="4155"/>
                      </a:lnTo>
                      <a:lnTo>
                        <a:pt x="969" y="4118"/>
                      </a:lnTo>
                      <a:lnTo>
                        <a:pt x="951" y="4062"/>
                      </a:lnTo>
                      <a:lnTo>
                        <a:pt x="1007" y="4024"/>
                      </a:lnTo>
                      <a:lnTo>
                        <a:pt x="1025" y="3950"/>
                      </a:lnTo>
                      <a:lnTo>
                        <a:pt x="1044" y="3875"/>
                      </a:lnTo>
                      <a:lnTo>
                        <a:pt x="1174" y="3466"/>
                      </a:lnTo>
                      <a:close/>
                      <a:moveTo>
                        <a:pt x="1193" y="1"/>
                      </a:moveTo>
                      <a:lnTo>
                        <a:pt x="1174" y="355"/>
                      </a:lnTo>
                      <a:lnTo>
                        <a:pt x="783" y="3223"/>
                      </a:lnTo>
                      <a:lnTo>
                        <a:pt x="746" y="3503"/>
                      </a:lnTo>
                      <a:lnTo>
                        <a:pt x="690" y="3764"/>
                      </a:lnTo>
                      <a:lnTo>
                        <a:pt x="634" y="3969"/>
                      </a:lnTo>
                      <a:lnTo>
                        <a:pt x="578" y="4173"/>
                      </a:lnTo>
                      <a:lnTo>
                        <a:pt x="504" y="4323"/>
                      </a:lnTo>
                      <a:lnTo>
                        <a:pt x="448" y="4472"/>
                      </a:lnTo>
                      <a:lnTo>
                        <a:pt x="317" y="4676"/>
                      </a:lnTo>
                      <a:lnTo>
                        <a:pt x="206" y="4807"/>
                      </a:lnTo>
                      <a:lnTo>
                        <a:pt x="94" y="4900"/>
                      </a:lnTo>
                      <a:lnTo>
                        <a:pt x="38" y="4919"/>
                      </a:lnTo>
                      <a:lnTo>
                        <a:pt x="1" y="4937"/>
                      </a:lnTo>
                      <a:lnTo>
                        <a:pt x="1" y="5012"/>
                      </a:lnTo>
                      <a:lnTo>
                        <a:pt x="19" y="5068"/>
                      </a:lnTo>
                      <a:lnTo>
                        <a:pt x="57" y="5086"/>
                      </a:lnTo>
                      <a:lnTo>
                        <a:pt x="94" y="5105"/>
                      </a:lnTo>
                      <a:lnTo>
                        <a:pt x="94" y="5217"/>
                      </a:lnTo>
                      <a:lnTo>
                        <a:pt x="112" y="5571"/>
                      </a:lnTo>
                      <a:lnTo>
                        <a:pt x="112" y="6781"/>
                      </a:lnTo>
                      <a:lnTo>
                        <a:pt x="131" y="10470"/>
                      </a:lnTo>
                      <a:lnTo>
                        <a:pt x="112" y="15835"/>
                      </a:lnTo>
                      <a:lnTo>
                        <a:pt x="2273" y="15835"/>
                      </a:lnTo>
                      <a:lnTo>
                        <a:pt x="2236" y="10470"/>
                      </a:lnTo>
                      <a:lnTo>
                        <a:pt x="2236" y="6781"/>
                      </a:lnTo>
                      <a:lnTo>
                        <a:pt x="2255" y="5571"/>
                      </a:lnTo>
                      <a:lnTo>
                        <a:pt x="2255" y="5217"/>
                      </a:lnTo>
                      <a:lnTo>
                        <a:pt x="2273" y="5105"/>
                      </a:lnTo>
                      <a:lnTo>
                        <a:pt x="2311" y="5086"/>
                      </a:lnTo>
                      <a:lnTo>
                        <a:pt x="2329" y="5068"/>
                      </a:lnTo>
                      <a:lnTo>
                        <a:pt x="2348" y="5012"/>
                      </a:lnTo>
                      <a:lnTo>
                        <a:pt x="2348" y="4937"/>
                      </a:lnTo>
                      <a:lnTo>
                        <a:pt x="2329" y="4919"/>
                      </a:lnTo>
                      <a:lnTo>
                        <a:pt x="2255" y="4900"/>
                      </a:lnTo>
                      <a:lnTo>
                        <a:pt x="2162" y="4807"/>
                      </a:lnTo>
                      <a:lnTo>
                        <a:pt x="2050" y="4676"/>
                      </a:lnTo>
                      <a:lnTo>
                        <a:pt x="1919" y="4472"/>
                      </a:lnTo>
                      <a:lnTo>
                        <a:pt x="1845" y="4323"/>
                      </a:lnTo>
                      <a:lnTo>
                        <a:pt x="1789" y="4173"/>
                      </a:lnTo>
                      <a:lnTo>
                        <a:pt x="1733" y="3969"/>
                      </a:lnTo>
                      <a:lnTo>
                        <a:pt x="1677" y="3764"/>
                      </a:lnTo>
                      <a:lnTo>
                        <a:pt x="1621" y="3503"/>
                      </a:lnTo>
                      <a:lnTo>
                        <a:pt x="1565" y="3223"/>
                      </a:lnTo>
                      <a:lnTo>
                        <a:pt x="1416" y="2031"/>
                      </a:lnTo>
                      <a:lnTo>
                        <a:pt x="1305" y="1007"/>
                      </a:lnTo>
                      <a:lnTo>
                        <a:pt x="1193" y="1"/>
                      </a:lnTo>
                      <a:close/>
                    </a:path>
                  </a:pathLst>
                </a:custGeom>
                <a:solidFill>
                  <a:srgbClr val="97CF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29" name="Google Shape;7129;p32"/>
                <p:cNvSpPr/>
                <p:nvPr/>
              </p:nvSpPr>
              <p:spPr>
                <a:xfrm>
                  <a:off x="2574939" y="3145050"/>
                  <a:ext cx="100600" cy="11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4" h="4472" extrusionOk="0">
                      <a:moveTo>
                        <a:pt x="1844" y="1"/>
                      </a:moveTo>
                      <a:lnTo>
                        <a:pt x="1770" y="20"/>
                      </a:lnTo>
                      <a:lnTo>
                        <a:pt x="1714" y="76"/>
                      </a:lnTo>
                      <a:lnTo>
                        <a:pt x="1341" y="429"/>
                      </a:lnTo>
                      <a:lnTo>
                        <a:pt x="932" y="839"/>
                      </a:lnTo>
                      <a:lnTo>
                        <a:pt x="559" y="1193"/>
                      </a:lnTo>
                      <a:lnTo>
                        <a:pt x="410" y="1305"/>
                      </a:lnTo>
                      <a:lnTo>
                        <a:pt x="298" y="1379"/>
                      </a:lnTo>
                      <a:lnTo>
                        <a:pt x="242" y="1417"/>
                      </a:lnTo>
                      <a:lnTo>
                        <a:pt x="186" y="1473"/>
                      </a:lnTo>
                      <a:lnTo>
                        <a:pt x="149" y="1547"/>
                      </a:lnTo>
                      <a:lnTo>
                        <a:pt x="112" y="1640"/>
                      </a:lnTo>
                      <a:lnTo>
                        <a:pt x="56" y="1845"/>
                      </a:lnTo>
                      <a:lnTo>
                        <a:pt x="0" y="2050"/>
                      </a:lnTo>
                      <a:lnTo>
                        <a:pt x="242" y="2069"/>
                      </a:lnTo>
                      <a:lnTo>
                        <a:pt x="447" y="2069"/>
                      </a:lnTo>
                      <a:lnTo>
                        <a:pt x="447" y="4472"/>
                      </a:lnTo>
                      <a:lnTo>
                        <a:pt x="3558" y="4472"/>
                      </a:lnTo>
                      <a:lnTo>
                        <a:pt x="3558" y="2087"/>
                      </a:lnTo>
                      <a:lnTo>
                        <a:pt x="4024" y="2069"/>
                      </a:lnTo>
                      <a:lnTo>
                        <a:pt x="3968" y="1845"/>
                      </a:lnTo>
                      <a:lnTo>
                        <a:pt x="3912" y="1640"/>
                      </a:lnTo>
                      <a:lnTo>
                        <a:pt x="3875" y="1547"/>
                      </a:lnTo>
                      <a:lnTo>
                        <a:pt x="3838" y="1473"/>
                      </a:lnTo>
                      <a:lnTo>
                        <a:pt x="3782" y="1398"/>
                      </a:lnTo>
                      <a:lnTo>
                        <a:pt x="3707" y="1361"/>
                      </a:lnTo>
                      <a:lnTo>
                        <a:pt x="3595" y="1305"/>
                      </a:lnTo>
                      <a:lnTo>
                        <a:pt x="3446" y="1193"/>
                      </a:lnTo>
                      <a:lnTo>
                        <a:pt x="3074" y="858"/>
                      </a:lnTo>
                      <a:lnTo>
                        <a:pt x="2645" y="448"/>
                      </a:lnTo>
                      <a:lnTo>
                        <a:pt x="2291" y="76"/>
                      </a:lnTo>
                      <a:lnTo>
                        <a:pt x="2217" y="20"/>
                      </a:lnTo>
                      <a:lnTo>
                        <a:pt x="2161" y="1"/>
                      </a:lnTo>
                      <a:close/>
                    </a:path>
                  </a:pathLst>
                </a:custGeom>
                <a:solidFill>
                  <a:srgbClr val="97CF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sp>
            <p:nvSpPr>
              <p:cNvPr id="7130" name="Google Shape;7130;p32"/>
              <p:cNvSpPr/>
              <p:nvPr/>
            </p:nvSpPr>
            <p:spPr>
              <a:xfrm>
                <a:off x="8058324" y="2478477"/>
                <a:ext cx="242556" cy="414745"/>
              </a:xfrm>
              <a:custGeom>
                <a:avLst/>
                <a:gdLst/>
                <a:ahLst/>
                <a:cxnLst/>
                <a:rect l="l" t="t" r="r" b="b"/>
                <a:pathLst>
                  <a:path w="5012" h="8570" extrusionOk="0">
                    <a:moveTo>
                      <a:pt x="1491" y="0"/>
                    </a:moveTo>
                    <a:lnTo>
                      <a:pt x="820" y="1285"/>
                    </a:lnTo>
                    <a:lnTo>
                      <a:pt x="1" y="2198"/>
                    </a:lnTo>
                    <a:lnTo>
                      <a:pt x="1" y="8569"/>
                    </a:lnTo>
                    <a:lnTo>
                      <a:pt x="5012" y="8569"/>
                    </a:lnTo>
                    <a:lnTo>
                      <a:pt x="5012" y="2198"/>
                    </a:lnTo>
                    <a:lnTo>
                      <a:pt x="4192" y="1285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rgbClr val="97CF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31" name="Google Shape;7131;p32"/>
              <p:cNvSpPr/>
              <p:nvPr/>
            </p:nvSpPr>
            <p:spPr>
              <a:xfrm>
                <a:off x="8292816" y="2474117"/>
                <a:ext cx="275900" cy="458010"/>
              </a:xfrm>
              <a:custGeom>
                <a:avLst/>
                <a:gdLst/>
                <a:ahLst/>
                <a:cxnLst/>
                <a:rect l="l" t="t" r="r" b="b"/>
                <a:pathLst>
                  <a:path w="5701" h="9464" extrusionOk="0">
                    <a:moveTo>
                      <a:pt x="4527" y="0"/>
                    </a:moveTo>
                    <a:lnTo>
                      <a:pt x="4266" y="38"/>
                    </a:lnTo>
                    <a:lnTo>
                      <a:pt x="3987" y="75"/>
                    </a:lnTo>
                    <a:lnTo>
                      <a:pt x="3670" y="168"/>
                    </a:lnTo>
                    <a:lnTo>
                      <a:pt x="3335" y="261"/>
                    </a:lnTo>
                    <a:lnTo>
                      <a:pt x="2963" y="410"/>
                    </a:lnTo>
                    <a:lnTo>
                      <a:pt x="2571" y="578"/>
                    </a:lnTo>
                    <a:lnTo>
                      <a:pt x="2255" y="727"/>
                    </a:lnTo>
                    <a:lnTo>
                      <a:pt x="1938" y="857"/>
                    </a:lnTo>
                    <a:lnTo>
                      <a:pt x="1659" y="950"/>
                    </a:lnTo>
                    <a:lnTo>
                      <a:pt x="1416" y="1025"/>
                    </a:lnTo>
                    <a:lnTo>
                      <a:pt x="1174" y="1081"/>
                    </a:lnTo>
                    <a:lnTo>
                      <a:pt x="969" y="1118"/>
                    </a:lnTo>
                    <a:lnTo>
                      <a:pt x="783" y="1137"/>
                    </a:lnTo>
                    <a:lnTo>
                      <a:pt x="336" y="1137"/>
                    </a:lnTo>
                    <a:lnTo>
                      <a:pt x="150" y="1099"/>
                    </a:lnTo>
                    <a:lnTo>
                      <a:pt x="38" y="1062"/>
                    </a:lnTo>
                    <a:lnTo>
                      <a:pt x="1" y="1044"/>
                    </a:lnTo>
                    <a:lnTo>
                      <a:pt x="1" y="9464"/>
                    </a:lnTo>
                    <a:lnTo>
                      <a:pt x="5701" y="9464"/>
                    </a:lnTo>
                    <a:lnTo>
                      <a:pt x="5701" y="187"/>
                    </a:lnTo>
                    <a:lnTo>
                      <a:pt x="5645" y="168"/>
                    </a:lnTo>
                    <a:lnTo>
                      <a:pt x="5515" y="112"/>
                    </a:lnTo>
                    <a:lnTo>
                      <a:pt x="5291" y="38"/>
                    </a:lnTo>
                    <a:lnTo>
                      <a:pt x="5142" y="19"/>
                    </a:lnTo>
                    <a:lnTo>
                      <a:pt x="4956" y="0"/>
                    </a:lnTo>
                    <a:close/>
                  </a:path>
                </a:pathLst>
              </a:custGeom>
              <a:solidFill>
                <a:srgbClr val="97CF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7132" name="Google Shape;7132;p32"/>
              <p:cNvGrpSpPr/>
              <p:nvPr/>
            </p:nvGrpSpPr>
            <p:grpSpPr>
              <a:xfrm>
                <a:off x="8553298" y="2184148"/>
                <a:ext cx="554462" cy="957447"/>
                <a:chOff x="1686125" y="2815350"/>
                <a:chExt cx="286425" cy="494600"/>
              </a:xfrm>
            </p:grpSpPr>
            <p:sp>
              <p:nvSpPr>
                <p:cNvPr id="7133" name="Google Shape;7133;p32"/>
                <p:cNvSpPr/>
                <p:nvPr/>
              </p:nvSpPr>
              <p:spPr>
                <a:xfrm>
                  <a:off x="1869150" y="3162539"/>
                  <a:ext cx="103400" cy="11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6" h="4770" extrusionOk="0">
                      <a:moveTo>
                        <a:pt x="0" y="0"/>
                      </a:moveTo>
                      <a:lnTo>
                        <a:pt x="0" y="4769"/>
                      </a:lnTo>
                      <a:lnTo>
                        <a:pt x="4117" y="4769"/>
                      </a:lnTo>
                      <a:lnTo>
                        <a:pt x="4136" y="4229"/>
                      </a:lnTo>
                      <a:lnTo>
                        <a:pt x="1323" y="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7CF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134" name="Google Shape;7134;p32"/>
                <p:cNvSpPr/>
                <p:nvPr/>
              </p:nvSpPr>
              <p:spPr>
                <a:xfrm>
                  <a:off x="1686125" y="2815350"/>
                  <a:ext cx="189550" cy="4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82" h="19784" extrusionOk="0">
                      <a:moveTo>
                        <a:pt x="3167" y="4154"/>
                      </a:moveTo>
                      <a:lnTo>
                        <a:pt x="3260" y="4508"/>
                      </a:lnTo>
                      <a:lnTo>
                        <a:pt x="3279" y="4583"/>
                      </a:lnTo>
                      <a:lnTo>
                        <a:pt x="3316" y="4639"/>
                      </a:lnTo>
                      <a:lnTo>
                        <a:pt x="3353" y="4676"/>
                      </a:lnTo>
                      <a:lnTo>
                        <a:pt x="3335" y="4713"/>
                      </a:lnTo>
                      <a:lnTo>
                        <a:pt x="3316" y="4750"/>
                      </a:lnTo>
                      <a:lnTo>
                        <a:pt x="3279" y="4788"/>
                      </a:lnTo>
                      <a:lnTo>
                        <a:pt x="3279" y="5291"/>
                      </a:lnTo>
                      <a:lnTo>
                        <a:pt x="3037" y="5291"/>
                      </a:lnTo>
                      <a:lnTo>
                        <a:pt x="3037" y="4788"/>
                      </a:lnTo>
                      <a:lnTo>
                        <a:pt x="2999" y="4750"/>
                      </a:lnTo>
                      <a:lnTo>
                        <a:pt x="2981" y="4713"/>
                      </a:lnTo>
                      <a:lnTo>
                        <a:pt x="2962" y="4676"/>
                      </a:lnTo>
                      <a:lnTo>
                        <a:pt x="2999" y="4639"/>
                      </a:lnTo>
                      <a:lnTo>
                        <a:pt x="3018" y="4583"/>
                      </a:lnTo>
                      <a:lnTo>
                        <a:pt x="3055" y="4508"/>
                      </a:lnTo>
                      <a:lnTo>
                        <a:pt x="3148" y="4154"/>
                      </a:lnTo>
                      <a:close/>
                      <a:moveTo>
                        <a:pt x="3148" y="0"/>
                      </a:moveTo>
                      <a:lnTo>
                        <a:pt x="3130" y="578"/>
                      </a:lnTo>
                      <a:lnTo>
                        <a:pt x="3111" y="1174"/>
                      </a:lnTo>
                      <a:lnTo>
                        <a:pt x="3055" y="1863"/>
                      </a:lnTo>
                      <a:lnTo>
                        <a:pt x="2999" y="2571"/>
                      </a:lnTo>
                      <a:lnTo>
                        <a:pt x="2943" y="2906"/>
                      </a:lnTo>
                      <a:lnTo>
                        <a:pt x="2888" y="3204"/>
                      </a:lnTo>
                      <a:lnTo>
                        <a:pt x="2832" y="3484"/>
                      </a:lnTo>
                      <a:lnTo>
                        <a:pt x="2757" y="3689"/>
                      </a:lnTo>
                      <a:lnTo>
                        <a:pt x="2683" y="3856"/>
                      </a:lnTo>
                      <a:lnTo>
                        <a:pt x="2645" y="3893"/>
                      </a:lnTo>
                      <a:lnTo>
                        <a:pt x="2590" y="3931"/>
                      </a:lnTo>
                      <a:lnTo>
                        <a:pt x="2478" y="4005"/>
                      </a:lnTo>
                      <a:lnTo>
                        <a:pt x="2403" y="4098"/>
                      </a:lnTo>
                      <a:lnTo>
                        <a:pt x="2366" y="4173"/>
                      </a:lnTo>
                      <a:lnTo>
                        <a:pt x="2347" y="4266"/>
                      </a:lnTo>
                      <a:lnTo>
                        <a:pt x="2347" y="4341"/>
                      </a:lnTo>
                      <a:lnTo>
                        <a:pt x="2366" y="4415"/>
                      </a:lnTo>
                      <a:lnTo>
                        <a:pt x="2385" y="4471"/>
                      </a:lnTo>
                      <a:lnTo>
                        <a:pt x="2366" y="8513"/>
                      </a:lnTo>
                      <a:lnTo>
                        <a:pt x="857" y="8513"/>
                      </a:lnTo>
                      <a:lnTo>
                        <a:pt x="485" y="10991"/>
                      </a:lnTo>
                      <a:lnTo>
                        <a:pt x="0" y="10991"/>
                      </a:lnTo>
                      <a:lnTo>
                        <a:pt x="0" y="19783"/>
                      </a:lnTo>
                      <a:lnTo>
                        <a:pt x="7582" y="19783"/>
                      </a:lnTo>
                      <a:lnTo>
                        <a:pt x="7582" y="10805"/>
                      </a:lnTo>
                      <a:lnTo>
                        <a:pt x="5272" y="10805"/>
                      </a:lnTo>
                      <a:lnTo>
                        <a:pt x="4862" y="8513"/>
                      </a:lnTo>
                      <a:lnTo>
                        <a:pt x="3968" y="8513"/>
                      </a:lnTo>
                      <a:lnTo>
                        <a:pt x="3949" y="4471"/>
                      </a:lnTo>
                      <a:lnTo>
                        <a:pt x="3949" y="4415"/>
                      </a:lnTo>
                      <a:lnTo>
                        <a:pt x="3968" y="4359"/>
                      </a:lnTo>
                      <a:lnTo>
                        <a:pt x="3968" y="4285"/>
                      </a:lnTo>
                      <a:lnTo>
                        <a:pt x="3949" y="4192"/>
                      </a:lnTo>
                      <a:lnTo>
                        <a:pt x="3894" y="4098"/>
                      </a:lnTo>
                      <a:lnTo>
                        <a:pt x="3838" y="4024"/>
                      </a:lnTo>
                      <a:lnTo>
                        <a:pt x="3726" y="3931"/>
                      </a:lnTo>
                      <a:lnTo>
                        <a:pt x="3689" y="3893"/>
                      </a:lnTo>
                      <a:lnTo>
                        <a:pt x="3633" y="3838"/>
                      </a:lnTo>
                      <a:lnTo>
                        <a:pt x="3558" y="3670"/>
                      </a:lnTo>
                      <a:lnTo>
                        <a:pt x="3484" y="3446"/>
                      </a:lnTo>
                      <a:lnTo>
                        <a:pt x="3428" y="3186"/>
                      </a:lnTo>
                      <a:lnTo>
                        <a:pt x="3372" y="2869"/>
                      </a:lnTo>
                      <a:lnTo>
                        <a:pt x="3335" y="2552"/>
                      </a:lnTo>
                      <a:lnTo>
                        <a:pt x="3260" y="1844"/>
                      </a:lnTo>
                      <a:lnTo>
                        <a:pt x="3223" y="1155"/>
                      </a:lnTo>
                      <a:lnTo>
                        <a:pt x="3186" y="559"/>
                      </a:lnTo>
                      <a:lnTo>
                        <a:pt x="3167" y="0"/>
                      </a:lnTo>
                      <a:close/>
                    </a:path>
                  </a:pathLst>
                </a:custGeom>
                <a:solidFill>
                  <a:srgbClr val="97CF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sp>
          <p:nvSpPr>
            <p:cNvPr id="7135" name="Google Shape;7135;p32"/>
            <p:cNvSpPr/>
            <p:nvPr/>
          </p:nvSpPr>
          <p:spPr>
            <a:xfrm>
              <a:off x="6471550" y="2572689"/>
              <a:ext cx="131634" cy="430957"/>
            </a:xfrm>
            <a:custGeom>
              <a:avLst/>
              <a:gdLst/>
              <a:ahLst/>
              <a:cxnLst/>
              <a:rect l="l" t="t" r="r" b="b"/>
              <a:pathLst>
                <a:path w="2720" h="8905" extrusionOk="0">
                  <a:moveTo>
                    <a:pt x="0" y="0"/>
                  </a:moveTo>
                  <a:lnTo>
                    <a:pt x="0" y="8905"/>
                  </a:lnTo>
                  <a:lnTo>
                    <a:pt x="2720" y="8905"/>
                  </a:lnTo>
                  <a:lnTo>
                    <a:pt x="2720" y="0"/>
                  </a:lnTo>
                  <a:close/>
                </a:path>
              </a:pathLst>
            </a:custGeom>
            <a:solidFill>
              <a:srgbClr val="97C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136" name="Google Shape;7136;p32"/>
          <p:cNvSpPr/>
          <p:nvPr/>
        </p:nvSpPr>
        <p:spPr>
          <a:xfrm>
            <a:off x="-1093566" y="5782022"/>
            <a:ext cx="13754500" cy="1434367"/>
          </a:xfrm>
          <a:custGeom>
            <a:avLst/>
            <a:gdLst/>
            <a:ahLst/>
            <a:cxnLst/>
            <a:rect l="l" t="t" r="r" b="b"/>
            <a:pathLst>
              <a:path w="412635" h="43031" extrusionOk="0">
                <a:moveTo>
                  <a:pt x="26239" y="969"/>
                </a:moveTo>
                <a:cubicBezTo>
                  <a:pt x="32907" y="-3603"/>
                  <a:pt x="52465" y="10240"/>
                  <a:pt x="67768" y="11256"/>
                </a:cubicBezTo>
                <a:cubicBezTo>
                  <a:pt x="83072" y="12272"/>
                  <a:pt x="96851" y="6938"/>
                  <a:pt x="118060" y="7065"/>
                </a:cubicBezTo>
                <a:cubicBezTo>
                  <a:pt x="139269" y="7192"/>
                  <a:pt x="162256" y="11828"/>
                  <a:pt x="195022" y="12018"/>
                </a:cubicBezTo>
                <a:cubicBezTo>
                  <a:pt x="227788" y="12209"/>
                  <a:pt x="284748" y="9923"/>
                  <a:pt x="314656" y="8208"/>
                </a:cubicBezTo>
                <a:cubicBezTo>
                  <a:pt x="344565" y="6494"/>
                  <a:pt x="359233" y="1922"/>
                  <a:pt x="374473" y="1731"/>
                </a:cubicBezTo>
                <a:cubicBezTo>
                  <a:pt x="389713" y="1541"/>
                  <a:pt x="400445" y="525"/>
                  <a:pt x="406096" y="7065"/>
                </a:cubicBezTo>
                <a:cubicBezTo>
                  <a:pt x="411748" y="13606"/>
                  <a:pt x="413843" y="35640"/>
                  <a:pt x="408382" y="40974"/>
                </a:cubicBezTo>
                <a:cubicBezTo>
                  <a:pt x="402921" y="46308"/>
                  <a:pt x="436767" y="39450"/>
                  <a:pt x="373330" y="39069"/>
                </a:cubicBezTo>
                <a:cubicBezTo>
                  <a:pt x="309894" y="38688"/>
                  <a:pt x="85612" y="45038"/>
                  <a:pt x="27763" y="38688"/>
                </a:cubicBezTo>
                <a:cubicBezTo>
                  <a:pt x="-30085" y="32338"/>
                  <a:pt x="19572" y="5541"/>
                  <a:pt x="26239" y="969"/>
                </a:cubicBezTo>
                <a:close/>
              </a:path>
            </a:pathLst>
          </a:custGeom>
          <a:gradFill>
            <a:gsLst>
              <a:gs pos="0">
                <a:srgbClr val="D0E3AB"/>
              </a:gs>
              <a:gs pos="100000">
                <a:srgbClr val="96BC50"/>
              </a:gs>
            </a:gsLst>
            <a:lin ang="5400012" scaled="0"/>
          </a:gradFill>
          <a:ln>
            <a:noFill/>
          </a:ln>
        </p:spPr>
      </p:sp>
      <p:sp>
        <p:nvSpPr>
          <p:cNvPr id="7137" name="Google Shape;7137;p32"/>
          <p:cNvSpPr/>
          <p:nvPr/>
        </p:nvSpPr>
        <p:spPr>
          <a:xfrm flipH="1">
            <a:off x="-55217" y="6132567"/>
            <a:ext cx="5104448" cy="1754715"/>
          </a:xfrm>
          <a:custGeom>
            <a:avLst/>
            <a:gdLst/>
            <a:ahLst/>
            <a:cxnLst/>
            <a:rect l="l" t="t" r="r" b="b"/>
            <a:pathLst>
              <a:path w="285750" h="98230" extrusionOk="0">
                <a:moveTo>
                  <a:pt x="258532" y="0"/>
                </a:moveTo>
                <a:lnTo>
                  <a:pt x="254649" y="44"/>
                </a:lnTo>
                <a:lnTo>
                  <a:pt x="250636" y="87"/>
                </a:lnTo>
                <a:lnTo>
                  <a:pt x="246493" y="174"/>
                </a:lnTo>
                <a:lnTo>
                  <a:pt x="242218" y="305"/>
                </a:lnTo>
                <a:lnTo>
                  <a:pt x="237856" y="480"/>
                </a:lnTo>
                <a:lnTo>
                  <a:pt x="233407" y="698"/>
                </a:lnTo>
                <a:lnTo>
                  <a:pt x="228870" y="960"/>
                </a:lnTo>
                <a:lnTo>
                  <a:pt x="224290" y="1265"/>
                </a:lnTo>
                <a:lnTo>
                  <a:pt x="219667" y="1658"/>
                </a:lnTo>
                <a:lnTo>
                  <a:pt x="215043" y="2094"/>
                </a:lnTo>
                <a:lnTo>
                  <a:pt x="210376" y="2574"/>
                </a:lnTo>
                <a:lnTo>
                  <a:pt x="205709" y="3141"/>
                </a:lnTo>
                <a:lnTo>
                  <a:pt x="201085" y="3795"/>
                </a:lnTo>
                <a:lnTo>
                  <a:pt x="196505" y="4536"/>
                </a:lnTo>
                <a:lnTo>
                  <a:pt x="191925" y="5322"/>
                </a:lnTo>
                <a:lnTo>
                  <a:pt x="187476" y="6238"/>
                </a:lnTo>
                <a:lnTo>
                  <a:pt x="185251" y="6717"/>
                </a:lnTo>
                <a:lnTo>
                  <a:pt x="183070" y="7197"/>
                </a:lnTo>
                <a:lnTo>
                  <a:pt x="180889" y="7721"/>
                </a:lnTo>
                <a:lnTo>
                  <a:pt x="178752" y="8288"/>
                </a:lnTo>
                <a:lnTo>
                  <a:pt x="176615" y="8855"/>
                </a:lnTo>
                <a:lnTo>
                  <a:pt x="174564" y="9422"/>
                </a:lnTo>
                <a:lnTo>
                  <a:pt x="172471" y="10032"/>
                </a:lnTo>
                <a:lnTo>
                  <a:pt x="170464" y="10687"/>
                </a:lnTo>
                <a:lnTo>
                  <a:pt x="168501" y="11385"/>
                </a:lnTo>
                <a:lnTo>
                  <a:pt x="166538" y="12082"/>
                </a:lnTo>
                <a:lnTo>
                  <a:pt x="164619" y="12780"/>
                </a:lnTo>
                <a:lnTo>
                  <a:pt x="162744" y="13566"/>
                </a:lnTo>
                <a:lnTo>
                  <a:pt x="160781" y="14569"/>
                </a:lnTo>
                <a:lnTo>
                  <a:pt x="159036" y="15616"/>
                </a:lnTo>
                <a:lnTo>
                  <a:pt x="157466" y="16575"/>
                </a:lnTo>
                <a:lnTo>
                  <a:pt x="156070" y="17578"/>
                </a:lnTo>
                <a:lnTo>
                  <a:pt x="154892" y="18494"/>
                </a:lnTo>
                <a:lnTo>
                  <a:pt x="153845" y="19454"/>
                </a:lnTo>
                <a:lnTo>
                  <a:pt x="153409" y="19934"/>
                </a:lnTo>
                <a:lnTo>
                  <a:pt x="152973" y="20370"/>
                </a:lnTo>
                <a:lnTo>
                  <a:pt x="152624" y="20850"/>
                </a:lnTo>
                <a:lnTo>
                  <a:pt x="152275" y="21286"/>
                </a:lnTo>
                <a:lnTo>
                  <a:pt x="152013" y="21722"/>
                </a:lnTo>
                <a:lnTo>
                  <a:pt x="151752" y="22158"/>
                </a:lnTo>
                <a:lnTo>
                  <a:pt x="151533" y="22595"/>
                </a:lnTo>
                <a:lnTo>
                  <a:pt x="151359" y="23031"/>
                </a:lnTo>
                <a:lnTo>
                  <a:pt x="151228" y="23467"/>
                </a:lnTo>
                <a:lnTo>
                  <a:pt x="151141" y="23903"/>
                </a:lnTo>
                <a:lnTo>
                  <a:pt x="151054" y="24339"/>
                </a:lnTo>
                <a:lnTo>
                  <a:pt x="151010" y="24776"/>
                </a:lnTo>
                <a:lnTo>
                  <a:pt x="151010" y="25212"/>
                </a:lnTo>
                <a:lnTo>
                  <a:pt x="151054" y="25604"/>
                </a:lnTo>
                <a:lnTo>
                  <a:pt x="151141" y="26041"/>
                </a:lnTo>
                <a:lnTo>
                  <a:pt x="151228" y="26477"/>
                </a:lnTo>
                <a:lnTo>
                  <a:pt x="151359" y="26869"/>
                </a:lnTo>
                <a:lnTo>
                  <a:pt x="151490" y="27306"/>
                </a:lnTo>
                <a:lnTo>
                  <a:pt x="151664" y="27698"/>
                </a:lnTo>
                <a:lnTo>
                  <a:pt x="151882" y="28091"/>
                </a:lnTo>
                <a:lnTo>
                  <a:pt x="152406" y="28919"/>
                </a:lnTo>
                <a:lnTo>
                  <a:pt x="153016" y="29748"/>
                </a:lnTo>
                <a:lnTo>
                  <a:pt x="153714" y="30533"/>
                </a:lnTo>
                <a:lnTo>
                  <a:pt x="154500" y="31362"/>
                </a:lnTo>
                <a:lnTo>
                  <a:pt x="155416" y="32191"/>
                </a:lnTo>
                <a:lnTo>
                  <a:pt x="156375" y="32976"/>
                </a:lnTo>
                <a:lnTo>
                  <a:pt x="157422" y="33805"/>
                </a:lnTo>
                <a:lnTo>
                  <a:pt x="158513" y="34590"/>
                </a:lnTo>
                <a:lnTo>
                  <a:pt x="159690" y="35419"/>
                </a:lnTo>
                <a:lnTo>
                  <a:pt x="160912" y="36247"/>
                </a:lnTo>
                <a:lnTo>
                  <a:pt x="163485" y="37905"/>
                </a:lnTo>
                <a:lnTo>
                  <a:pt x="166233" y="39606"/>
                </a:lnTo>
                <a:lnTo>
                  <a:pt x="169112" y="41307"/>
                </a:lnTo>
                <a:lnTo>
                  <a:pt x="170551" y="42223"/>
                </a:lnTo>
                <a:lnTo>
                  <a:pt x="171947" y="43096"/>
                </a:lnTo>
                <a:lnTo>
                  <a:pt x="173343" y="44012"/>
                </a:lnTo>
                <a:lnTo>
                  <a:pt x="174652" y="44971"/>
                </a:lnTo>
                <a:lnTo>
                  <a:pt x="175917" y="45887"/>
                </a:lnTo>
                <a:lnTo>
                  <a:pt x="177051" y="46847"/>
                </a:lnTo>
                <a:lnTo>
                  <a:pt x="178098" y="47806"/>
                </a:lnTo>
                <a:lnTo>
                  <a:pt x="179014" y="48766"/>
                </a:lnTo>
                <a:lnTo>
                  <a:pt x="179406" y="49246"/>
                </a:lnTo>
                <a:lnTo>
                  <a:pt x="179799" y="49769"/>
                </a:lnTo>
                <a:lnTo>
                  <a:pt x="180148" y="50249"/>
                </a:lnTo>
                <a:lnTo>
                  <a:pt x="180409" y="50729"/>
                </a:lnTo>
                <a:lnTo>
                  <a:pt x="180671" y="51209"/>
                </a:lnTo>
                <a:lnTo>
                  <a:pt x="180846" y="51689"/>
                </a:lnTo>
                <a:lnTo>
                  <a:pt x="181020" y="52168"/>
                </a:lnTo>
                <a:lnTo>
                  <a:pt x="181107" y="52648"/>
                </a:lnTo>
                <a:lnTo>
                  <a:pt x="181151" y="53128"/>
                </a:lnTo>
                <a:lnTo>
                  <a:pt x="181151" y="53608"/>
                </a:lnTo>
                <a:lnTo>
                  <a:pt x="181064" y="54088"/>
                </a:lnTo>
                <a:lnTo>
                  <a:pt x="180933" y="54567"/>
                </a:lnTo>
                <a:lnTo>
                  <a:pt x="180758" y="55004"/>
                </a:lnTo>
                <a:lnTo>
                  <a:pt x="180497" y="55483"/>
                </a:lnTo>
                <a:lnTo>
                  <a:pt x="180191" y="55963"/>
                </a:lnTo>
                <a:lnTo>
                  <a:pt x="179799" y="56399"/>
                </a:lnTo>
                <a:lnTo>
                  <a:pt x="179363" y="56879"/>
                </a:lnTo>
                <a:lnTo>
                  <a:pt x="178839" y="57315"/>
                </a:lnTo>
                <a:lnTo>
                  <a:pt x="178228" y="57795"/>
                </a:lnTo>
                <a:lnTo>
                  <a:pt x="177574" y="58231"/>
                </a:lnTo>
                <a:lnTo>
                  <a:pt x="176833" y="58668"/>
                </a:lnTo>
                <a:lnTo>
                  <a:pt x="175960" y="59104"/>
                </a:lnTo>
                <a:lnTo>
                  <a:pt x="175044" y="59540"/>
                </a:lnTo>
                <a:lnTo>
                  <a:pt x="174041" y="59976"/>
                </a:lnTo>
                <a:lnTo>
                  <a:pt x="172994" y="60369"/>
                </a:lnTo>
                <a:lnTo>
                  <a:pt x="171816" y="60805"/>
                </a:lnTo>
                <a:lnTo>
                  <a:pt x="170508" y="61197"/>
                </a:lnTo>
                <a:lnTo>
                  <a:pt x="169156" y="61590"/>
                </a:lnTo>
                <a:lnTo>
                  <a:pt x="167716" y="61983"/>
                </a:lnTo>
                <a:lnTo>
                  <a:pt x="166146" y="62375"/>
                </a:lnTo>
                <a:lnTo>
                  <a:pt x="164488" y="62768"/>
                </a:lnTo>
                <a:lnTo>
                  <a:pt x="162744" y="63160"/>
                </a:lnTo>
                <a:lnTo>
                  <a:pt x="160868" y="63509"/>
                </a:lnTo>
                <a:lnTo>
                  <a:pt x="158905" y="63858"/>
                </a:lnTo>
                <a:lnTo>
                  <a:pt x="156811" y="64207"/>
                </a:lnTo>
                <a:lnTo>
                  <a:pt x="154630" y="64556"/>
                </a:lnTo>
                <a:lnTo>
                  <a:pt x="149920" y="65210"/>
                </a:lnTo>
                <a:lnTo>
                  <a:pt x="144729" y="65821"/>
                </a:lnTo>
                <a:lnTo>
                  <a:pt x="139058" y="66388"/>
                </a:lnTo>
                <a:lnTo>
                  <a:pt x="132908" y="66955"/>
                </a:lnTo>
                <a:lnTo>
                  <a:pt x="126234" y="67435"/>
                </a:lnTo>
                <a:lnTo>
                  <a:pt x="118993" y="67871"/>
                </a:lnTo>
                <a:lnTo>
                  <a:pt x="110313" y="67915"/>
                </a:lnTo>
                <a:lnTo>
                  <a:pt x="101764" y="67871"/>
                </a:lnTo>
                <a:lnTo>
                  <a:pt x="93389" y="67740"/>
                </a:lnTo>
                <a:lnTo>
                  <a:pt x="85188" y="67566"/>
                </a:lnTo>
                <a:lnTo>
                  <a:pt x="77119" y="67304"/>
                </a:lnTo>
                <a:lnTo>
                  <a:pt x="69224" y="67042"/>
                </a:lnTo>
                <a:lnTo>
                  <a:pt x="61460" y="66650"/>
                </a:lnTo>
                <a:lnTo>
                  <a:pt x="53913" y="66257"/>
                </a:lnTo>
                <a:lnTo>
                  <a:pt x="46542" y="65821"/>
                </a:lnTo>
                <a:lnTo>
                  <a:pt x="39301" y="65341"/>
                </a:lnTo>
                <a:lnTo>
                  <a:pt x="32278" y="64818"/>
                </a:lnTo>
                <a:lnTo>
                  <a:pt x="25430" y="64207"/>
                </a:lnTo>
                <a:lnTo>
                  <a:pt x="18800" y="63640"/>
                </a:lnTo>
                <a:lnTo>
                  <a:pt x="12301" y="62986"/>
                </a:lnTo>
                <a:lnTo>
                  <a:pt x="6063" y="62332"/>
                </a:lnTo>
                <a:lnTo>
                  <a:pt x="0" y="61634"/>
                </a:lnTo>
                <a:lnTo>
                  <a:pt x="0" y="98230"/>
                </a:lnTo>
                <a:lnTo>
                  <a:pt x="162569" y="98230"/>
                </a:lnTo>
                <a:lnTo>
                  <a:pt x="169810" y="97445"/>
                </a:lnTo>
                <a:lnTo>
                  <a:pt x="178795" y="96485"/>
                </a:lnTo>
                <a:lnTo>
                  <a:pt x="189133" y="95351"/>
                </a:lnTo>
                <a:lnTo>
                  <a:pt x="200387" y="94043"/>
                </a:lnTo>
                <a:lnTo>
                  <a:pt x="212121" y="92603"/>
                </a:lnTo>
                <a:lnTo>
                  <a:pt x="218053" y="91862"/>
                </a:lnTo>
                <a:lnTo>
                  <a:pt x="223941" y="91076"/>
                </a:lnTo>
                <a:lnTo>
                  <a:pt x="229743" y="90291"/>
                </a:lnTo>
                <a:lnTo>
                  <a:pt x="235370" y="89463"/>
                </a:lnTo>
                <a:lnTo>
                  <a:pt x="240866" y="88634"/>
                </a:lnTo>
                <a:lnTo>
                  <a:pt x="246100" y="87805"/>
                </a:lnTo>
                <a:lnTo>
                  <a:pt x="248761" y="87325"/>
                </a:lnTo>
                <a:lnTo>
                  <a:pt x="251116" y="86802"/>
                </a:lnTo>
                <a:lnTo>
                  <a:pt x="253166" y="86322"/>
                </a:lnTo>
                <a:lnTo>
                  <a:pt x="254998" y="85886"/>
                </a:lnTo>
                <a:lnTo>
                  <a:pt x="256525" y="85406"/>
                </a:lnTo>
                <a:lnTo>
                  <a:pt x="257877" y="84926"/>
                </a:lnTo>
                <a:lnTo>
                  <a:pt x="259011" y="84446"/>
                </a:lnTo>
                <a:lnTo>
                  <a:pt x="259971" y="83967"/>
                </a:lnTo>
                <a:lnTo>
                  <a:pt x="260756" y="83443"/>
                </a:lnTo>
                <a:lnTo>
                  <a:pt x="261410" y="82920"/>
                </a:lnTo>
                <a:lnTo>
                  <a:pt x="261977" y="82396"/>
                </a:lnTo>
                <a:lnTo>
                  <a:pt x="262414" y="81829"/>
                </a:lnTo>
                <a:lnTo>
                  <a:pt x="262806" y="81219"/>
                </a:lnTo>
                <a:lnTo>
                  <a:pt x="263155" y="80608"/>
                </a:lnTo>
                <a:lnTo>
                  <a:pt x="263810" y="79212"/>
                </a:lnTo>
                <a:lnTo>
                  <a:pt x="264158" y="79779"/>
                </a:lnTo>
                <a:lnTo>
                  <a:pt x="264420" y="80303"/>
                </a:lnTo>
                <a:lnTo>
                  <a:pt x="264682" y="80782"/>
                </a:lnTo>
                <a:lnTo>
                  <a:pt x="264856" y="81219"/>
                </a:lnTo>
                <a:lnTo>
                  <a:pt x="265118" y="82004"/>
                </a:lnTo>
                <a:lnTo>
                  <a:pt x="265293" y="82702"/>
                </a:lnTo>
                <a:lnTo>
                  <a:pt x="265423" y="83225"/>
                </a:lnTo>
                <a:lnTo>
                  <a:pt x="265511" y="83661"/>
                </a:lnTo>
                <a:lnTo>
                  <a:pt x="265598" y="83792"/>
                </a:lnTo>
                <a:lnTo>
                  <a:pt x="265685" y="83923"/>
                </a:lnTo>
                <a:lnTo>
                  <a:pt x="265772" y="84010"/>
                </a:lnTo>
                <a:lnTo>
                  <a:pt x="265947" y="84097"/>
                </a:lnTo>
                <a:lnTo>
                  <a:pt x="266078" y="84097"/>
                </a:lnTo>
                <a:lnTo>
                  <a:pt x="266252" y="83967"/>
                </a:lnTo>
                <a:lnTo>
                  <a:pt x="266383" y="83792"/>
                </a:lnTo>
                <a:lnTo>
                  <a:pt x="266514" y="83530"/>
                </a:lnTo>
                <a:lnTo>
                  <a:pt x="266601" y="83225"/>
                </a:lnTo>
                <a:lnTo>
                  <a:pt x="266732" y="82832"/>
                </a:lnTo>
                <a:lnTo>
                  <a:pt x="266863" y="81916"/>
                </a:lnTo>
                <a:lnTo>
                  <a:pt x="266950" y="80913"/>
                </a:lnTo>
                <a:lnTo>
                  <a:pt x="266950" y="79866"/>
                </a:lnTo>
                <a:lnTo>
                  <a:pt x="266863" y="78863"/>
                </a:lnTo>
                <a:lnTo>
                  <a:pt x="266776" y="78383"/>
                </a:lnTo>
                <a:lnTo>
                  <a:pt x="266688" y="77991"/>
                </a:lnTo>
                <a:lnTo>
                  <a:pt x="267910" y="79997"/>
                </a:lnTo>
                <a:lnTo>
                  <a:pt x="268651" y="81306"/>
                </a:lnTo>
                <a:lnTo>
                  <a:pt x="268913" y="81655"/>
                </a:lnTo>
                <a:lnTo>
                  <a:pt x="269131" y="81916"/>
                </a:lnTo>
                <a:lnTo>
                  <a:pt x="269262" y="82004"/>
                </a:lnTo>
                <a:lnTo>
                  <a:pt x="269349" y="82004"/>
                </a:lnTo>
                <a:lnTo>
                  <a:pt x="269436" y="81960"/>
                </a:lnTo>
                <a:lnTo>
                  <a:pt x="269480" y="81873"/>
                </a:lnTo>
                <a:lnTo>
                  <a:pt x="269524" y="81742"/>
                </a:lnTo>
                <a:lnTo>
                  <a:pt x="269611" y="81306"/>
                </a:lnTo>
                <a:lnTo>
                  <a:pt x="269611" y="80739"/>
                </a:lnTo>
                <a:lnTo>
                  <a:pt x="269611" y="80041"/>
                </a:lnTo>
                <a:lnTo>
                  <a:pt x="269524" y="78558"/>
                </a:lnTo>
                <a:lnTo>
                  <a:pt x="269436" y="77380"/>
                </a:lnTo>
                <a:lnTo>
                  <a:pt x="269873" y="78165"/>
                </a:lnTo>
                <a:lnTo>
                  <a:pt x="270265" y="78907"/>
                </a:lnTo>
                <a:lnTo>
                  <a:pt x="270832" y="80172"/>
                </a:lnTo>
                <a:lnTo>
                  <a:pt x="271050" y="80608"/>
                </a:lnTo>
                <a:lnTo>
                  <a:pt x="271225" y="80913"/>
                </a:lnTo>
                <a:lnTo>
                  <a:pt x="271356" y="81044"/>
                </a:lnTo>
                <a:lnTo>
                  <a:pt x="271443" y="81088"/>
                </a:lnTo>
                <a:lnTo>
                  <a:pt x="271530" y="81131"/>
                </a:lnTo>
                <a:lnTo>
                  <a:pt x="271661" y="81088"/>
                </a:lnTo>
                <a:lnTo>
                  <a:pt x="271748" y="81001"/>
                </a:lnTo>
                <a:lnTo>
                  <a:pt x="271792" y="80826"/>
                </a:lnTo>
                <a:lnTo>
                  <a:pt x="271879" y="80521"/>
                </a:lnTo>
                <a:lnTo>
                  <a:pt x="271923" y="80085"/>
                </a:lnTo>
                <a:lnTo>
                  <a:pt x="271966" y="79561"/>
                </a:lnTo>
                <a:lnTo>
                  <a:pt x="271966" y="78950"/>
                </a:lnTo>
                <a:lnTo>
                  <a:pt x="271923" y="78253"/>
                </a:lnTo>
                <a:lnTo>
                  <a:pt x="271835" y="77467"/>
                </a:lnTo>
                <a:lnTo>
                  <a:pt x="271705" y="76595"/>
                </a:lnTo>
                <a:lnTo>
                  <a:pt x="271530" y="75635"/>
                </a:lnTo>
                <a:lnTo>
                  <a:pt x="271268" y="74632"/>
                </a:lnTo>
                <a:lnTo>
                  <a:pt x="270876" y="73542"/>
                </a:lnTo>
                <a:lnTo>
                  <a:pt x="270440" y="72408"/>
                </a:lnTo>
                <a:lnTo>
                  <a:pt x="269873" y="71230"/>
                </a:lnTo>
                <a:lnTo>
                  <a:pt x="269218" y="69965"/>
                </a:lnTo>
                <a:lnTo>
                  <a:pt x="268433" y="68700"/>
                </a:lnTo>
                <a:lnTo>
                  <a:pt x="267561" y="67391"/>
                </a:lnTo>
                <a:lnTo>
                  <a:pt x="266514" y="65996"/>
                </a:lnTo>
                <a:lnTo>
                  <a:pt x="265336" y="64643"/>
                </a:lnTo>
                <a:lnTo>
                  <a:pt x="263984" y="63204"/>
                </a:lnTo>
                <a:lnTo>
                  <a:pt x="263242" y="62506"/>
                </a:lnTo>
                <a:lnTo>
                  <a:pt x="262457" y="61808"/>
                </a:lnTo>
                <a:lnTo>
                  <a:pt x="261629" y="61067"/>
                </a:lnTo>
                <a:lnTo>
                  <a:pt x="260800" y="60369"/>
                </a:lnTo>
                <a:lnTo>
                  <a:pt x="259884" y="59627"/>
                </a:lnTo>
                <a:lnTo>
                  <a:pt x="258924" y="58886"/>
                </a:lnTo>
                <a:lnTo>
                  <a:pt x="257921" y="58188"/>
                </a:lnTo>
                <a:lnTo>
                  <a:pt x="256874" y="57446"/>
                </a:lnTo>
                <a:lnTo>
                  <a:pt x="255784" y="56748"/>
                </a:lnTo>
                <a:lnTo>
                  <a:pt x="254606" y="56007"/>
                </a:lnTo>
                <a:lnTo>
                  <a:pt x="253428" y="55265"/>
                </a:lnTo>
                <a:lnTo>
                  <a:pt x="252163" y="54567"/>
                </a:lnTo>
                <a:lnTo>
                  <a:pt x="250855" y="53869"/>
                </a:lnTo>
                <a:lnTo>
                  <a:pt x="249502" y="53128"/>
                </a:lnTo>
                <a:lnTo>
                  <a:pt x="248063" y="52430"/>
                </a:lnTo>
                <a:lnTo>
                  <a:pt x="246580" y="51732"/>
                </a:lnTo>
                <a:lnTo>
                  <a:pt x="245053" y="51034"/>
                </a:lnTo>
                <a:lnTo>
                  <a:pt x="243439" y="50336"/>
                </a:lnTo>
                <a:lnTo>
                  <a:pt x="241782" y="49682"/>
                </a:lnTo>
                <a:lnTo>
                  <a:pt x="240081" y="48984"/>
                </a:lnTo>
                <a:lnTo>
                  <a:pt x="238292" y="48330"/>
                </a:lnTo>
                <a:lnTo>
                  <a:pt x="236460" y="47676"/>
                </a:lnTo>
                <a:lnTo>
                  <a:pt x="234541" y="47021"/>
                </a:lnTo>
                <a:lnTo>
                  <a:pt x="232534" y="46411"/>
                </a:lnTo>
                <a:lnTo>
                  <a:pt x="229001" y="45189"/>
                </a:lnTo>
                <a:lnTo>
                  <a:pt x="225730" y="43968"/>
                </a:lnTo>
                <a:lnTo>
                  <a:pt x="224203" y="43357"/>
                </a:lnTo>
                <a:lnTo>
                  <a:pt x="222720" y="42747"/>
                </a:lnTo>
                <a:lnTo>
                  <a:pt x="221324" y="42136"/>
                </a:lnTo>
                <a:lnTo>
                  <a:pt x="220016" y="41525"/>
                </a:lnTo>
                <a:lnTo>
                  <a:pt x="218794" y="40915"/>
                </a:lnTo>
                <a:lnTo>
                  <a:pt x="217617" y="40304"/>
                </a:lnTo>
                <a:lnTo>
                  <a:pt x="216526" y="39693"/>
                </a:lnTo>
                <a:lnTo>
                  <a:pt x="215479" y="39083"/>
                </a:lnTo>
                <a:lnTo>
                  <a:pt x="214520" y="38472"/>
                </a:lnTo>
                <a:lnTo>
                  <a:pt x="213604" y="37861"/>
                </a:lnTo>
                <a:lnTo>
                  <a:pt x="212775" y="37294"/>
                </a:lnTo>
                <a:lnTo>
                  <a:pt x="211990" y="36684"/>
                </a:lnTo>
                <a:lnTo>
                  <a:pt x="211292" y="36073"/>
                </a:lnTo>
                <a:lnTo>
                  <a:pt x="210681" y="35506"/>
                </a:lnTo>
                <a:lnTo>
                  <a:pt x="210114" y="34895"/>
                </a:lnTo>
                <a:lnTo>
                  <a:pt x="209591" y="34328"/>
                </a:lnTo>
                <a:lnTo>
                  <a:pt x="209155" y="33761"/>
                </a:lnTo>
                <a:lnTo>
                  <a:pt x="208806" y="33150"/>
                </a:lnTo>
                <a:lnTo>
                  <a:pt x="208457" y="32583"/>
                </a:lnTo>
                <a:lnTo>
                  <a:pt x="208239" y="32016"/>
                </a:lnTo>
                <a:lnTo>
                  <a:pt x="208064" y="31449"/>
                </a:lnTo>
                <a:lnTo>
                  <a:pt x="207933" y="30926"/>
                </a:lnTo>
                <a:lnTo>
                  <a:pt x="207846" y="30359"/>
                </a:lnTo>
                <a:lnTo>
                  <a:pt x="207846" y="29835"/>
                </a:lnTo>
                <a:lnTo>
                  <a:pt x="207933" y="29268"/>
                </a:lnTo>
                <a:lnTo>
                  <a:pt x="208064" y="28745"/>
                </a:lnTo>
                <a:lnTo>
                  <a:pt x="208239" y="28222"/>
                </a:lnTo>
                <a:lnTo>
                  <a:pt x="208457" y="27698"/>
                </a:lnTo>
                <a:lnTo>
                  <a:pt x="208762" y="27175"/>
                </a:lnTo>
                <a:lnTo>
                  <a:pt x="209155" y="26695"/>
                </a:lnTo>
                <a:lnTo>
                  <a:pt x="209547" y="26215"/>
                </a:lnTo>
                <a:lnTo>
                  <a:pt x="210027" y="25692"/>
                </a:lnTo>
                <a:lnTo>
                  <a:pt x="210550" y="25212"/>
                </a:lnTo>
                <a:lnTo>
                  <a:pt x="211161" y="24776"/>
                </a:lnTo>
                <a:lnTo>
                  <a:pt x="211772" y="24296"/>
                </a:lnTo>
                <a:lnTo>
                  <a:pt x="212513" y="23860"/>
                </a:lnTo>
                <a:lnTo>
                  <a:pt x="213255" y="23380"/>
                </a:lnTo>
                <a:lnTo>
                  <a:pt x="214040" y="22944"/>
                </a:lnTo>
                <a:lnTo>
                  <a:pt x="214912" y="22551"/>
                </a:lnTo>
                <a:lnTo>
                  <a:pt x="215828" y="22115"/>
                </a:lnTo>
                <a:lnTo>
                  <a:pt x="216832" y="21722"/>
                </a:lnTo>
                <a:lnTo>
                  <a:pt x="217835" y="21330"/>
                </a:lnTo>
                <a:lnTo>
                  <a:pt x="218925" y="20937"/>
                </a:lnTo>
                <a:lnTo>
                  <a:pt x="220059" y="20588"/>
                </a:lnTo>
                <a:lnTo>
                  <a:pt x="222458" y="19890"/>
                </a:lnTo>
                <a:lnTo>
                  <a:pt x="225076" y="19192"/>
                </a:lnTo>
                <a:lnTo>
                  <a:pt x="227867" y="18625"/>
                </a:lnTo>
                <a:lnTo>
                  <a:pt x="230877" y="18058"/>
                </a:lnTo>
                <a:lnTo>
                  <a:pt x="234105" y="17535"/>
                </a:lnTo>
                <a:lnTo>
                  <a:pt x="237463" y="17099"/>
                </a:lnTo>
                <a:lnTo>
                  <a:pt x="241040" y="16706"/>
                </a:lnTo>
                <a:lnTo>
                  <a:pt x="244791" y="16401"/>
                </a:lnTo>
                <a:lnTo>
                  <a:pt x="252861" y="15877"/>
                </a:lnTo>
                <a:lnTo>
                  <a:pt x="259927" y="15528"/>
                </a:lnTo>
                <a:lnTo>
                  <a:pt x="266165" y="15310"/>
                </a:lnTo>
                <a:lnTo>
                  <a:pt x="271530" y="15179"/>
                </a:lnTo>
                <a:lnTo>
                  <a:pt x="276110" y="15179"/>
                </a:lnTo>
                <a:lnTo>
                  <a:pt x="279949" y="15223"/>
                </a:lnTo>
                <a:lnTo>
                  <a:pt x="283133" y="15310"/>
                </a:lnTo>
                <a:lnTo>
                  <a:pt x="285750" y="15441"/>
                </a:lnTo>
                <a:lnTo>
                  <a:pt x="285750" y="698"/>
                </a:lnTo>
                <a:lnTo>
                  <a:pt x="282304" y="523"/>
                </a:lnTo>
                <a:lnTo>
                  <a:pt x="277768" y="349"/>
                </a:lnTo>
                <a:lnTo>
                  <a:pt x="272228" y="174"/>
                </a:lnTo>
                <a:lnTo>
                  <a:pt x="265772" y="44"/>
                </a:lnTo>
                <a:lnTo>
                  <a:pt x="25853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38" name="Google Shape;7138;p32"/>
          <p:cNvSpPr/>
          <p:nvPr/>
        </p:nvSpPr>
        <p:spPr>
          <a:xfrm>
            <a:off x="6481263" y="6004773"/>
            <a:ext cx="991427" cy="255600"/>
          </a:xfrm>
          <a:custGeom>
            <a:avLst/>
            <a:gdLst/>
            <a:ahLst/>
            <a:cxnLst/>
            <a:rect l="l" t="t" r="r" b="b"/>
            <a:pathLst>
              <a:path w="18573" h="4788" extrusionOk="0">
                <a:moveTo>
                  <a:pt x="11084" y="0"/>
                </a:moveTo>
                <a:lnTo>
                  <a:pt x="11010" y="38"/>
                </a:lnTo>
                <a:lnTo>
                  <a:pt x="10935" y="56"/>
                </a:lnTo>
                <a:lnTo>
                  <a:pt x="10879" y="112"/>
                </a:lnTo>
                <a:lnTo>
                  <a:pt x="10805" y="168"/>
                </a:lnTo>
                <a:lnTo>
                  <a:pt x="10749" y="243"/>
                </a:lnTo>
                <a:lnTo>
                  <a:pt x="10693" y="317"/>
                </a:lnTo>
                <a:lnTo>
                  <a:pt x="10581" y="541"/>
                </a:lnTo>
                <a:lnTo>
                  <a:pt x="10470" y="466"/>
                </a:lnTo>
                <a:lnTo>
                  <a:pt x="10339" y="410"/>
                </a:lnTo>
                <a:lnTo>
                  <a:pt x="10209" y="354"/>
                </a:lnTo>
                <a:lnTo>
                  <a:pt x="10078" y="336"/>
                </a:lnTo>
                <a:lnTo>
                  <a:pt x="9948" y="317"/>
                </a:lnTo>
                <a:lnTo>
                  <a:pt x="9818" y="317"/>
                </a:lnTo>
                <a:lnTo>
                  <a:pt x="9687" y="336"/>
                </a:lnTo>
                <a:lnTo>
                  <a:pt x="9557" y="354"/>
                </a:lnTo>
                <a:lnTo>
                  <a:pt x="9445" y="392"/>
                </a:lnTo>
                <a:lnTo>
                  <a:pt x="9333" y="448"/>
                </a:lnTo>
                <a:lnTo>
                  <a:pt x="9221" y="503"/>
                </a:lnTo>
                <a:lnTo>
                  <a:pt x="9128" y="578"/>
                </a:lnTo>
                <a:lnTo>
                  <a:pt x="9035" y="671"/>
                </a:lnTo>
                <a:lnTo>
                  <a:pt x="8961" y="764"/>
                </a:lnTo>
                <a:lnTo>
                  <a:pt x="8886" y="876"/>
                </a:lnTo>
                <a:lnTo>
                  <a:pt x="8830" y="988"/>
                </a:lnTo>
                <a:lnTo>
                  <a:pt x="8756" y="1118"/>
                </a:lnTo>
                <a:lnTo>
                  <a:pt x="8700" y="1211"/>
                </a:lnTo>
                <a:lnTo>
                  <a:pt x="8644" y="1286"/>
                </a:lnTo>
                <a:lnTo>
                  <a:pt x="8569" y="1360"/>
                </a:lnTo>
                <a:lnTo>
                  <a:pt x="8439" y="1435"/>
                </a:lnTo>
                <a:lnTo>
                  <a:pt x="8290" y="1491"/>
                </a:lnTo>
                <a:lnTo>
                  <a:pt x="8122" y="1584"/>
                </a:lnTo>
                <a:lnTo>
                  <a:pt x="8029" y="1640"/>
                </a:lnTo>
                <a:lnTo>
                  <a:pt x="7917" y="1733"/>
                </a:lnTo>
                <a:lnTo>
                  <a:pt x="7806" y="1845"/>
                </a:lnTo>
                <a:lnTo>
                  <a:pt x="7675" y="1975"/>
                </a:lnTo>
                <a:lnTo>
                  <a:pt x="7545" y="2143"/>
                </a:lnTo>
                <a:lnTo>
                  <a:pt x="7377" y="2348"/>
                </a:lnTo>
                <a:lnTo>
                  <a:pt x="7359" y="2199"/>
                </a:lnTo>
                <a:lnTo>
                  <a:pt x="7303" y="2068"/>
                </a:lnTo>
                <a:lnTo>
                  <a:pt x="7228" y="1956"/>
                </a:lnTo>
                <a:lnTo>
                  <a:pt x="7154" y="1863"/>
                </a:lnTo>
                <a:lnTo>
                  <a:pt x="7061" y="1789"/>
                </a:lnTo>
                <a:lnTo>
                  <a:pt x="6967" y="1714"/>
                </a:lnTo>
                <a:lnTo>
                  <a:pt x="6856" y="1677"/>
                </a:lnTo>
                <a:lnTo>
                  <a:pt x="6744" y="1640"/>
                </a:lnTo>
                <a:lnTo>
                  <a:pt x="6539" y="1603"/>
                </a:lnTo>
                <a:lnTo>
                  <a:pt x="6334" y="1603"/>
                </a:lnTo>
                <a:lnTo>
                  <a:pt x="6166" y="1640"/>
                </a:lnTo>
                <a:lnTo>
                  <a:pt x="6055" y="1696"/>
                </a:lnTo>
                <a:lnTo>
                  <a:pt x="6017" y="1621"/>
                </a:lnTo>
                <a:lnTo>
                  <a:pt x="5980" y="1547"/>
                </a:lnTo>
                <a:lnTo>
                  <a:pt x="5924" y="1491"/>
                </a:lnTo>
                <a:lnTo>
                  <a:pt x="5868" y="1435"/>
                </a:lnTo>
                <a:lnTo>
                  <a:pt x="5719" y="1342"/>
                </a:lnTo>
                <a:lnTo>
                  <a:pt x="5552" y="1286"/>
                </a:lnTo>
                <a:lnTo>
                  <a:pt x="5365" y="1249"/>
                </a:lnTo>
                <a:lnTo>
                  <a:pt x="5179" y="1249"/>
                </a:lnTo>
                <a:lnTo>
                  <a:pt x="4974" y="1267"/>
                </a:lnTo>
                <a:lnTo>
                  <a:pt x="4751" y="1323"/>
                </a:lnTo>
                <a:lnTo>
                  <a:pt x="4546" y="1398"/>
                </a:lnTo>
                <a:lnTo>
                  <a:pt x="4341" y="1509"/>
                </a:lnTo>
                <a:lnTo>
                  <a:pt x="4136" y="1640"/>
                </a:lnTo>
                <a:lnTo>
                  <a:pt x="3968" y="1789"/>
                </a:lnTo>
                <a:lnTo>
                  <a:pt x="3801" y="1975"/>
                </a:lnTo>
                <a:lnTo>
                  <a:pt x="3670" y="2180"/>
                </a:lnTo>
                <a:lnTo>
                  <a:pt x="3577" y="2404"/>
                </a:lnTo>
                <a:lnTo>
                  <a:pt x="3540" y="2534"/>
                </a:lnTo>
                <a:lnTo>
                  <a:pt x="3521" y="2664"/>
                </a:lnTo>
                <a:lnTo>
                  <a:pt x="3447" y="2590"/>
                </a:lnTo>
                <a:lnTo>
                  <a:pt x="3372" y="2534"/>
                </a:lnTo>
                <a:lnTo>
                  <a:pt x="3279" y="2497"/>
                </a:lnTo>
                <a:lnTo>
                  <a:pt x="3167" y="2459"/>
                </a:lnTo>
                <a:lnTo>
                  <a:pt x="2944" y="2459"/>
                </a:lnTo>
                <a:lnTo>
                  <a:pt x="2683" y="2497"/>
                </a:lnTo>
                <a:lnTo>
                  <a:pt x="2403" y="2590"/>
                </a:lnTo>
                <a:lnTo>
                  <a:pt x="2124" y="2720"/>
                </a:lnTo>
                <a:lnTo>
                  <a:pt x="1826" y="2888"/>
                </a:lnTo>
                <a:lnTo>
                  <a:pt x="1528" y="3056"/>
                </a:lnTo>
                <a:lnTo>
                  <a:pt x="1230" y="3260"/>
                </a:lnTo>
                <a:lnTo>
                  <a:pt x="969" y="3484"/>
                </a:lnTo>
                <a:lnTo>
                  <a:pt x="708" y="3708"/>
                </a:lnTo>
                <a:lnTo>
                  <a:pt x="485" y="3931"/>
                </a:lnTo>
                <a:lnTo>
                  <a:pt x="298" y="4136"/>
                </a:lnTo>
                <a:lnTo>
                  <a:pt x="149" y="4341"/>
                </a:lnTo>
                <a:lnTo>
                  <a:pt x="38" y="4509"/>
                </a:lnTo>
                <a:lnTo>
                  <a:pt x="19" y="4602"/>
                </a:lnTo>
                <a:lnTo>
                  <a:pt x="0" y="4658"/>
                </a:lnTo>
                <a:lnTo>
                  <a:pt x="2925" y="4713"/>
                </a:lnTo>
                <a:lnTo>
                  <a:pt x="5924" y="4751"/>
                </a:lnTo>
                <a:lnTo>
                  <a:pt x="9333" y="4788"/>
                </a:lnTo>
                <a:lnTo>
                  <a:pt x="14270" y="4788"/>
                </a:lnTo>
                <a:lnTo>
                  <a:pt x="15630" y="4751"/>
                </a:lnTo>
                <a:lnTo>
                  <a:pt x="16766" y="4713"/>
                </a:lnTo>
                <a:lnTo>
                  <a:pt x="17623" y="4658"/>
                </a:lnTo>
                <a:lnTo>
                  <a:pt x="17939" y="4620"/>
                </a:lnTo>
                <a:lnTo>
                  <a:pt x="18144" y="4583"/>
                </a:lnTo>
                <a:lnTo>
                  <a:pt x="18256" y="4546"/>
                </a:lnTo>
                <a:lnTo>
                  <a:pt x="18275" y="4509"/>
                </a:lnTo>
                <a:lnTo>
                  <a:pt x="18256" y="4490"/>
                </a:lnTo>
                <a:lnTo>
                  <a:pt x="18368" y="4415"/>
                </a:lnTo>
                <a:lnTo>
                  <a:pt x="18442" y="4341"/>
                </a:lnTo>
                <a:lnTo>
                  <a:pt x="18498" y="4266"/>
                </a:lnTo>
                <a:lnTo>
                  <a:pt x="18536" y="4210"/>
                </a:lnTo>
                <a:lnTo>
                  <a:pt x="18573" y="4136"/>
                </a:lnTo>
                <a:lnTo>
                  <a:pt x="18573" y="4061"/>
                </a:lnTo>
                <a:lnTo>
                  <a:pt x="18554" y="3987"/>
                </a:lnTo>
                <a:lnTo>
                  <a:pt x="18536" y="3931"/>
                </a:lnTo>
                <a:lnTo>
                  <a:pt x="18442" y="3782"/>
                </a:lnTo>
                <a:lnTo>
                  <a:pt x="18312" y="3652"/>
                </a:lnTo>
                <a:lnTo>
                  <a:pt x="18144" y="3521"/>
                </a:lnTo>
                <a:lnTo>
                  <a:pt x="17939" y="3391"/>
                </a:lnTo>
                <a:lnTo>
                  <a:pt x="17474" y="3130"/>
                </a:lnTo>
                <a:lnTo>
                  <a:pt x="17008" y="2888"/>
                </a:lnTo>
                <a:lnTo>
                  <a:pt x="16580" y="2646"/>
                </a:lnTo>
                <a:lnTo>
                  <a:pt x="16412" y="2534"/>
                </a:lnTo>
                <a:lnTo>
                  <a:pt x="16263" y="2422"/>
                </a:lnTo>
                <a:lnTo>
                  <a:pt x="16393" y="2385"/>
                </a:lnTo>
                <a:lnTo>
                  <a:pt x="16486" y="2329"/>
                </a:lnTo>
                <a:lnTo>
                  <a:pt x="16580" y="2236"/>
                </a:lnTo>
                <a:lnTo>
                  <a:pt x="16635" y="2143"/>
                </a:lnTo>
                <a:lnTo>
                  <a:pt x="16673" y="2012"/>
                </a:lnTo>
                <a:lnTo>
                  <a:pt x="16673" y="1863"/>
                </a:lnTo>
                <a:lnTo>
                  <a:pt x="16654" y="1733"/>
                </a:lnTo>
                <a:lnTo>
                  <a:pt x="16617" y="1584"/>
                </a:lnTo>
                <a:lnTo>
                  <a:pt x="16524" y="1435"/>
                </a:lnTo>
                <a:lnTo>
                  <a:pt x="16412" y="1286"/>
                </a:lnTo>
                <a:lnTo>
                  <a:pt x="16263" y="1155"/>
                </a:lnTo>
                <a:lnTo>
                  <a:pt x="16077" y="1044"/>
                </a:lnTo>
                <a:lnTo>
                  <a:pt x="15834" y="932"/>
                </a:lnTo>
                <a:lnTo>
                  <a:pt x="15574" y="857"/>
                </a:lnTo>
                <a:lnTo>
                  <a:pt x="15257" y="820"/>
                </a:lnTo>
                <a:lnTo>
                  <a:pt x="14884" y="801"/>
                </a:lnTo>
                <a:lnTo>
                  <a:pt x="14735" y="820"/>
                </a:lnTo>
                <a:lnTo>
                  <a:pt x="14568" y="857"/>
                </a:lnTo>
                <a:lnTo>
                  <a:pt x="14437" y="913"/>
                </a:lnTo>
                <a:lnTo>
                  <a:pt x="14288" y="969"/>
                </a:lnTo>
                <a:lnTo>
                  <a:pt x="14177" y="1044"/>
                </a:lnTo>
                <a:lnTo>
                  <a:pt x="14065" y="1137"/>
                </a:lnTo>
                <a:lnTo>
                  <a:pt x="13860" y="1304"/>
                </a:lnTo>
                <a:lnTo>
                  <a:pt x="13692" y="1453"/>
                </a:lnTo>
                <a:lnTo>
                  <a:pt x="13562" y="1528"/>
                </a:lnTo>
                <a:lnTo>
                  <a:pt x="13525" y="1547"/>
                </a:lnTo>
                <a:lnTo>
                  <a:pt x="13487" y="1528"/>
                </a:lnTo>
                <a:lnTo>
                  <a:pt x="13450" y="1491"/>
                </a:lnTo>
                <a:lnTo>
                  <a:pt x="13431" y="1398"/>
                </a:lnTo>
                <a:lnTo>
                  <a:pt x="13413" y="1342"/>
                </a:lnTo>
                <a:lnTo>
                  <a:pt x="13376" y="1304"/>
                </a:lnTo>
                <a:lnTo>
                  <a:pt x="13338" y="1267"/>
                </a:lnTo>
                <a:lnTo>
                  <a:pt x="13189" y="1267"/>
                </a:lnTo>
                <a:lnTo>
                  <a:pt x="13115" y="1286"/>
                </a:lnTo>
                <a:lnTo>
                  <a:pt x="12928" y="1342"/>
                </a:lnTo>
                <a:lnTo>
                  <a:pt x="12724" y="1435"/>
                </a:lnTo>
                <a:lnTo>
                  <a:pt x="12500" y="1547"/>
                </a:lnTo>
                <a:lnTo>
                  <a:pt x="12109" y="1789"/>
                </a:lnTo>
                <a:lnTo>
                  <a:pt x="12146" y="1565"/>
                </a:lnTo>
                <a:lnTo>
                  <a:pt x="12165" y="1323"/>
                </a:lnTo>
                <a:lnTo>
                  <a:pt x="12146" y="1100"/>
                </a:lnTo>
                <a:lnTo>
                  <a:pt x="12090" y="895"/>
                </a:lnTo>
                <a:lnTo>
                  <a:pt x="12016" y="690"/>
                </a:lnTo>
                <a:lnTo>
                  <a:pt x="11904" y="503"/>
                </a:lnTo>
                <a:lnTo>
                  <a:pt x="11792" y="354"/>
                </a:lnTo>
                <a:lnTo>
                  <a:pt x="11662" y="205"/>
                </a:lnTo>
                <a:lnTo>
                  <a:pt x="11531" y="112"/>
                </a:lnTo>
                <a:lnTo>
                  <a:pt x="11382" y="38"/>
                </a:lnTo>
                <a:lnTo>
                  <a:pt x="112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39" name="Google Shape;7139;p32"/>
          <p:cNvSpPr/>
          <p:nvPr/>
        </p:nvSpPr>
        <p:spPr>
          <a:xfrm>
            <a:off x="4558999" y="6132569"/>
            <a:ext cx="608328" cy="156839"/>
          </a:xfrm>
          <a:custGeom>
            <a:avLst/>
            <a:gdLst/>
            <a:ahLst/>
            <a:cxnLst/>
            <a:rect l="l" t="t" r="r" b="b"/>
            <a:pathLst>
              <a:path w="18573" h="4788" extrusionOk="0">
                <a:moveTo>
                  <a:pt x="11084" y="0"/>
                </a:moveTo>
                <a:lnTo>
                  <a:pt x="11010" y="38"/>
                </a:lnTo>
                <a:lnTo>
                  <a:pt x="10935" y="56"/>
                </a:lnTo>
                <a:lnTo>
                  <a:pt x="10879" y="112"/>
                </a:lnTo>
                <a:lnTo>
                  <a:pt x="10805" y="168"/>
                </a:lnTo>
                <a:lnTo>
                  <a:pt x="10749" y="243"/>
                </a:lnTo>
                <a:lnTo>
                  <a:pt x="10693" y="317"/>
                </a:lnTo>
                <a:lnTo>
                  <a:pt x="10581" y="541"/>
                </a:lnTo>
                <a:lnTo>
                  <a:pt x="10470" y="466"/>
                </a:lnTo>
                <a:lnTo>
                  <a:pt x="10339" y="410"/>
                </a:lnTo>
                <a:lnTo>
                  <a:pt x="10209" y="354"/>
                </a:lnTo>
                <a:lnTo>
                  <a:pt x="10078" y="336"/>
                </a:lnTo>
                <a:lnTo>
                  <a:pt x="9948" y="317"/>
                </a:lnTo>
                <a:lnTo>
                  <a:pt x="9818" y="317"/>
                </a:lnTo>
                <a:lnTo>
                  <a:pt x="9687" y="336"/>
                </a:lnTo>
                <a:lnTo>
                  <a:pt x="9557" y="354"/>
                </a:lnTo>
                <a:lnTo>
                  <a:pt x="9445" y="392"/>
                </a:lnTo>
                <a:lnTo>
                  <a:pt x="9333" y="448"/>
                </a:lnTo>
                <a:lnTo>
                  <a:pt x="9221" y="503"/>
                </a:lnTo>
                <a:lnTo>
                  <a:pt x="9128" y="578"/>
                </a:lnTo>
                <a:lnTo>
                  <a:pt x="9035" y="671"/>
                </a:lnTo>
                <a:lnTo>
                  <a:pt x="8961" y="764"/>
                </a:lnTo>
                <a:lnTo>
                  <a:pt x="8886" y="876"/>
                </a:lnTo>
                <a:lnTo>
                  <a:pt x="8830" y="988"/>
                </a:lnTo>
                <a:lnTo>
                  <a:pt x="8756" y="1118"/>
                </a:lnTo>
                <a:lnTo>
                  <a:pt x="8700" y="1211"/>
                </a:lnTo>
                <a:lnTo>
                  <a:pt x="8644" y="1286"/>
                </a:lnTo>
                <a:lnTo>
                  <a:pt x="8569" y="1360"/>
                </a:lnTo>
                <a:lnTo>
                  <a:pt x="8439" y="1435"/>
                </a:lnTo>
                <a:lnTo>
                  <a:pt x="8290" y="1491"/>
                </a:lnTo>
                <a:lnTo>
                  <a:pt x="8122" y="1584"/>
                </a:lnTo>
                <a:lnTo>
                  <a:pt x="8029" y="1640"/>
                </a:lnTo>
                <a:lnTo>
                  <a:pt x="7917" y="1733"/>
                </a:lnTo>
                <a:lnTo>
                  <a:pt x="7806" y="1845"/>
                </a:lnTo>
                <a:lnTo>
                  <a:pt x="7675" y="1975"/>
                </a:lnTo>
                <a:lnTo>
                  <a:pt x="7545" y="2143"/>
                </a:lnTo>
                <a:lnTo>
                  <a:pt x="7377" y="2348"/>
                </a:lnTo>
                <a:lnTo>
                  <a:pt x="7359" y="2199"/>
                </a:lnTo>
                <a:lnTo>
                  <a:pt x="7303" y="2068"/>
                </a:lnTo>
                <a:lnTo>
                  <a:pt x="7228" y="1956"/>
                </a:lnTo>
                <a:lnTo>
                  <a:pt x="7154" y="1863"/>
                </a:lnTo>
                <a:lnTo>
                  <a:pt x="7061" y="1789"/>
                </a:lnTo>
                <a:lnTo>
                  <a:pt x="6967" y="1714"/>
                </a:lnTo>
                <a:lnTo>
                  <a:pt x="6856" y="1677"/>
                </a:lnTo>
                <a:lnTo>
                  <a:pt x="6744" y="1640"/>
                </a:lnTo>
                <a:lnTo>
                  <a:pt x="6539" y="1603"/>
                </a:lnTo>
                <a:lnTo>
                  <a:pt x="6334" y="1603"/>
                </a:lnTo>
                <a:lnTo>
                  <a:pt x="6166" y="1640"/>
                </a:lnTo>
                <a:lnTo>
                  <a:pt x="6055" y="1696"/>
                </a:lnTo>
                <a:lnTo>
                  <a:pt x="6017" y="1621"/>
                </a:lnTo>
                <a:lnTo>
                  <a:pt x="5980" y="1547"/>
                </a:lnTo>
                <a:lnTo>
                  <a:pt x="5924" y="1491"/>
                </a:lnTo>
                <a:lnTo>
                  <a:pt x="5868" y="1435"/>
                </a:lnTo>
                <a:lnTo>
                  <a:pt x="5719" y="1342"/>
                </a:lnTo>
                <a:lnTo>
                  <a:pt x="5552" y="1286"/>
                </a:lnTo>
                <a:lnTo>
                  <a:pt x="5365" y="1249"/>
                </a:lnTo>
                <a:lnTo>
                  <a:pt x="5179" y="1249"/>
                </a:lnTo>
                <a:lnTo>
                  <a:pt x="4974" y="1267"/>
                </a:lnTo>
                <a:lnTo>
                  <a:pt x="4751" y="1323"/>
                </a:lnTo>
                <a:lnTo>
                  <a:pt x="4546" y="1398"/>
                </a:lnTo>
                <a:lnTo>
                  <a:pt x="4341" y="1509"/>
                </a:lnTo>
                <a:lnTo>
                  <a:pt x="4136" y="1640"/>
                </a:lnTo>
                <a:lnTo>
                  <a:pt x="3968" y="1789"/>
                </a:lnTo>
                <a:lnTo>
                  <a:pt x="3801" y="1975"/>
                </a:lnTo>
                <a:lnTo>
                  <a:pt x="3670" y="2180"/>
                </a:lnTo>
                <a:lnTo>
                  <a:pt x="3577" y="2404"/>
                </a:lnTo>
                <a:lnTo>
                  <a:pt x="3540" y="2534"/>
                </a:lnTo>
                <a:lnTo>
                  <a:pt x="3521" y="2664"/>
                </a:lnTo>
                <a:lnTo>
                  <a:pt x="3447" y="2590"/>
                </a:lnTo>
                <a:lnTo>
                  <a:pt x="3372" y="2534"/>
                </a:lnTo>
                <a:lnTo>
                  <a:pt x="3279" y="2497"/>
                </a:lnTo>
                <a:lnTo>
                  <a:pt x="3167" y="2459"/>
                </a:lnTo>
                <a:lnTo>
                  <a:pt x="2944" y="2459"/>
                </a:lnTo>
                <a:lnTo>
                  <a:pt x="2683" y="2497"/>
                </a:lnTo>
                <a:lnTo>
                  <a:pt x="2403" y="2590"/>
                </a:lnTo>
                <a:lnTo>
                  <a:pt x="2124" y="2720"/>
                </a:lnTo>
                <a:lnTo>
                  <a:pt x="1826" y="2888"/>
                </a:lnTo>
                <a:lnTo>
                  <a:pt x="1528" y="3056"/>
                </a:lnTo>
                <a:lnTo>
                  <a:pt x="1230" y="3260"/>
                </a:lnTo>
                <a:lnTo>
                  <a:pt x="969" y="3484"/>
                </a:lnTo>
                <a:lnTo>
                  <a:pt x="708" y="3708"/>
                </a:lnTo>
                <a:lnTo>
                  <a:pt x="485" y="3931"/>
                </a:lnTo>
                <a:lnTo>
                  <a:pt x="298" y="4136"/>
                </a:lnTo>
                <a:lnTo>
                  <a:pt x="149" y="4341"/>
                </a:lnTo>
                <a:lnTo>
                  <a:pt x="38" y="4509"/>
                </a:lnTo>
                <a:lnTo>
                  <a:pt x="19" y="4602"/>
                </a:lnTo>
                <a:lnTo>
                  <a:pt x="0" y="4658"/>
                </a:lnTo>
                <a:lnTo>
                  <a:pt x="2925" y="4713"/>
                </a:lnTo>
                <a:lnTo>
                  <a:pt x="5924" y="4751"/>
                </a:lnTo>
                <a:lnTo>
                  <a:pt x="9333" y="4788"/>
                </a:lnTo>
                <a:lnTo>
                  <a:pt x="14270" y="4788"/>
                </a:lnTo>
                <a:lnTo>
                  <a:pt x="15630" y="4751"/>
                </a:lnTo>
                <a:lnTo>
                  <a:pt x="16766" y="4713"/>
                </a:lnTo>
                <a:lnTo>
                  <a:pt x="17623" y="4658"/>
                </a:lnTo>
                <a:lnTo>
                  <a:pt x="17939" y="4620"/>
                </a:lnTo>
                <a:lnTo>
                  <a:pt x="18144" y="4583"/>
                </a:lnTo>
                <a:lnTo>
                  <a:pt x="18256" y="4546"/>
                </a:lnTo>
                <a:lnTo>
                  <a:pt x="18275" y="4509"/>
                </a:lnTo>
                <a:lnTo>
                  <a:pt x="18256" y="4490"/>
                </a:lnTo>
                <a:lnTo>
                  <a:pt x="18368" y="4415"/>
                </a:lnTo>
                <a:lnTo>
                  <a:pt x="18442" y="4341"/>
                </a:lnTo>
                <a:lnTo>
                  <a:pt x="18498" y="4266"/>
                </a:lnTo>
                <a:lnTo>
                  <a:pt x="18536" y="4210"/>
                </a:lnTo>
                <a:lnTo>
                  <a:pt x="18573" y="4136"/>
                </a:lnTo>
                <a:lnTo>
                  <a:pt x="18573" y="4061"/>
                </a:lnTo>
                <a:lnTo>
                  <a:pt x="18554" y="3987"/>
                </a:lnTo>
                <a:lnTo>
                  <a:pt x="18536" y="3931"/>
                </a:lnTo>
                <a:lnTo>
                  <a:pt x="18442" y="3782"/>
                </a:lnTo>
                <a:lnTo>
                  <a:pt x="18312" y="3652"/>
                </a:lnTo>
                <a:lnTo>
                  <a:pt x="18144" y="3521"/>
                </a:lnTo>
                <a:lnTo>
                  <a:pt x="17939" y="3391"/>
                </a:lnTo>
                <a:lnTo>
                  <a:pt x="17474" y="3130"/>
                </a:lnTo>
                <a:lnTo>
                  <a:pt x="17008" y="2888"/>
                </a:lnTo>
                <a:lnTo>
                  <a:pt x="16580" y="2646"/>
                </a:lnTo>
                <a:lnTo>
                  <a:pt x="16412" y="2534"/>
                </a:lnTo>
                <a:lnTo>
                  <a:pt x="16263" y="2422"/>
                </a:lnTo>
                <a:lnTo>
                  <a:pt x="16393" y="2385"/>
                </a:lnTo>
                <a:lnTo>
                  <a:pt x="16486" y="2329"/>
                </a:lnTo>
                <a:lnTo>
                  <a:pt x="16580" y="2236"/>
                </a:lnTo>
                <a:lnTo>
                  <a:pt x="16635" y="2143"/>
                </a:lnTo>
                <a:lnTo>
                  <a:pt x="16673" y="2012"/>
                </a:lnTo>
                <a:lnTo>
                  <a:pt x="16673" y="1863"/>
                </a:lnTo>
                <a:lnTo>
                  <a:pt x="16654" y="1733"/>
                </a:lnTo>
                <a:lnTo>
                  <a:pt x="16617" y="1584"/>
                </a:lnTo>
                <a:lnTo>
                  <a:pt x="16524" y="1435"/>
                </a:lnTo>
                <a:lnTo>
                  <a:pt x="16412" y="1286"/>
                </a:lnTo>
                <a:lnTo>
                  <a:pt x="16263" y="1155"/>
                </a:lnTo>
                <a:lnTo>
                  <a:pt x="16077" y="1044"/>
                </a:lnTo>
                <a:lnTo>
                  <a:pt x="15834" y="932"/>
                </a:lnTo>
                <a:lnTo>
                  <a:pt x="15574" y="857"/>
                </a:lnTo>
                <a:lnTo>
                  <a:pt x="15257" y="820"/>
                </a:lnTo>
                <a:lnTo>
                  <a:pt x="14884" y="801"/>
                </a:lnTo>
                <a:lnTo>
                  <a:pt x="14735" y="820"/>
                </a:lnTo>
                <a:lnTo>
                  <a:pt x="14568" y="857"/>
                </a:lnTo>
                <a:lnTo>
                  <a:pt x="14437" y="913"/>
                </a:lnTo>
                <a:lnTo>
                  <a:pt x="14288" y="969"/>
                </a:lnTo>
                <a:lnTo>
                  <a:pt x="14177" y="1044"/>
                </a:lnTo>
                <a:lnTo>
                  <a:pt x="14065" y="1137"/>
                </a:lnTo>
                <a:lnTo>
                  <a:pt x="13860" y="1304"/>
                </a:lnTo>
                <a:lnTo>
                  <a:pt x="13692" y="1453"/>
                </a:lnTo>
                <a:lnTo>
                  <a:pt x="13562" y="1528"/>
                </a:lnTo>
                <a:lnTo>
                  <a:pt x="13525" y="1547"/>
                </a:lnTo>
                <a:lnTo>
                  <a:pt x="13487" y="1528"/>
                </a:lnTo>
                <a:lnTo>
                  <a:pt x="13450" y="1491"/>
                </a:lnTo>
                <a:lnTo>
                  <a:pt x="13431" y="1398"/>
                </a:lnTo>
                <a:lnTo>
                  <a:pt x="13413" y="1342"/>
                </a:lnTo>
                <a:lnTo>
                  <a:pt x="13376" y="1304"/>
                </a:lnTo>
                <a:lnTo>
                  <a:pt x="13338" y="1267"/>
                </a:lnTo>
                <a:lnTo>
                  <a:pt x="13189" y="1267"/>
                </a:lnTo>
                <a:lnTo>
                  <a:pt x="13115" y="1286"/>
                </a:lnTo>
                <a:lnTo>
                  <a:pt x="12928" y="1342"/>
                </a:lnTo>
                <a:lnTo>
                  <a:pt x="12724" y="1435"/>
                </a:lnTo>
                <a:lnTo>
                  <a:pt x="12500" y="1547"/>
                </a:lnTo>
                <a:lnTo>
                  <a:pt x="12109" y="1789"/>
                </a:lnTo>
                <a:lnTo>
                  <a:pt x="12146" y="1565"/>
                </a:lnTo>
                <a:lnTo>
                  <a:pt x="12165" y="1323"/>
                </a:lnTo>
                <a:lnTo>
                  <a:pt x="12146" y="1100"/>
                </a:lnTo>
                <a:lnTo>
                  <a:pt x="12090" y="895"/>
                </a:lnTo>
                <a:lnTo>
                  <a:pt x="12016" y="690"/>
                </a:lnTo>
                <a:lnTo>
                  <a:pt x="11904" y="503"/>
                </a:lnTo>
                <a:lnTo>
                  <a:pt x="11792" y="354"/>
                </a:lnTo>
                <a:lnTo>
                  <a:pt x="11662" y="205"/>
                </a:lnTo>
                <a:lnTo>
                  <a:pt x="11531" y="112"/>
                </a:lnTo>
                <a:lnTo>
                  <a:pt x="11382" y="38"/>
                </a:lnTo>
                <a:lnTo>
                  <a:pt x="112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140" name="Google Shape;7140;p32"/>
          <p:cNvGrpSpPr/>
          <p:nvPr/>
        </p:nvGrpSpPr>
        <p:grpSpPr>
          <a:xfrm>
            <a:off x="2961800" y="6420448"/>
            <a:ext cx="746000" cy="338952"/>
            <a:chOff x="504275" y="4275011"/>
            <a:chExt cx="559500" cy="254214"/>
          </a:xfrm>
        </p:grpSpPr>
        <p:sp>
          <p:nvSpPr>
            <p:cNvPr id="7141" name="Google Shape;7141;p32"/>
            <p:cNvSpPr/>
            <p:nvPr/>
          </p:nvSpPr>
          <p:spPr>
            <a:xfrm>
              <a:off x="504275" y="4467425"/>
              <a:ext cx="559500" cy="61800"/>
            </a:xfrm>
            <a:prstGeom prst="ellipse">
              <a:avLst/>
            </a:prstGeom>
            <a:solidFill>
              <a:srgbClr val="000000">
                <a:alpha val="21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7142" name="Google Shape;7142;p32"/>
            <p:cNvGrpSpPr/>
            <p:nvPr/>
          </p:nvGrpSpPr>
          <p:grpSpPr>
            <a:xfrm>
              <a:off x="534126" y="4275011"/>
              <a:ext cx="499831" cy="253890"/>
              <a:chOff x="10039350" y="1993363"/>
              <a:chExt cx="1715275" cy="871275"/>
            </a:xfrm>
          </p:grpSpPr>
          <p:sp>
            <p:nvSpPr>
              <p:cNvPr id="7143" name="Google Shape;7143;p32"/>
              <p:cNvSpPr/>
              <p:nvPr/>
            </p:nvSpPr>
            <p:spPr>
              <a:xfrm>
                <a:off x="10545550" y="1993363"/>
                <a:ext cx="1209075" cy="870800"/>
              </a:xfrm>
              <a:custGeom>
                <a:avLst/>
                <a:gdLst/>
                <a:ahLst/>
                <a:cxnLst/>
                <a:rect l="l" t="t" r="r" b="b"/>
                <a:pathLst>
                  <a:path w="48363" h="34832" extrusionOk="0">
                    <a:moveTo>
                      <a:pt x="31872" y="0"/>
                    </a:moveTo>
                    <a:lnTo>
                      <a:pt x="31288" y="20"/>
                    </a:lnTo>
                    <a:lnTo>
                      <a:pt x="30685" y="59"/>
                    </a:lnTo>
                    <a:lnTo>
                      <a:pt x="30101" y="117"/>
                    </a:lnTo>
                    <a:lnTo>
                      <a:pt x="29517" y="176"/>
                    </a:lnTo>
                    <a:lnTo>
                      <a:pt x="28913" y="254"/>
                    </a:lnTo>
                    <a:lnTo>
                      <a:pt x="28329" y="351"/>
                    </a:lnTo>
                    <a:lnTo>
                      <a:pt x="27745" y="448"/>
                    </a:lnTo>
                    <a:lnTo>
                      <a:pt x="27161" y="565"/>
                    </a:lnTo>
                    <a:lnTo>
                      <a:pt x="26596" y="682"/>
                    </a:lnTo>
                    <a:lnTo>
                      <a:pt x="26012" y="838"/>
                    </a:lnTo>
                    <a:lnTo>
                      <a:pt x="25428" y="974"/>
                    </a:lnTo>
                    <a:lnTo>
                      <a:pt x="24863" y="1149"/>
                    </a:lnTo>
                    <a:lnTo>
                      <a:pt x="24299" y="1324"/>
                    </a:lnTo>
                    <a:lnTo>
                      <a:pt x="23169" y="1694"/>
                    </a:lnTo>
                    <a:lnTo>
                      <a:pt x="22040" y="2123"/>
                    </a:lnTo>
                    <a:lnTo>
                      <a:pt x="20950" y="2590"/>
                    </a:lnTo>
                    <a:lnTo>
                      <a:pt x="19860" y="3096"/>
                    </a:lnTo>
                    <a:lnTo>
                      <a:pt x="18808" y="3641"/>
                    </a:lnTo>
                    <a:lnTo>
                      <a:pt x="17757" y="4225"/>
                    </a:lnTo>
                    <a:lnTo>
                      <a:pt x="16745" y="4848"/>
                    </a:lnTo>
                    <a:lnTo>
                      <a:pt x="15732" y="5491"/>
                    </a:lnTo>
                    <a:lnTo>
                      <a:pt x="14759" y="6172"/>
                    </a:lnTo>
                    <a:lnTo>
                      <a:pt x="13805" y="6873"/>
                    </a:lnTo>
                    <a:lnTo>
                      <a:pt x="12870" y="7594"/>
                    </a:lnTo>
                    <a:lnTo>
                      <a:pt x="11955" y="8353"/>
                    </a:lnTo>
                    <a:lnTo>
                      <a:pt x="11040" y="9132"/>
                    </a:lnTo>
                    <a:lnTo>
                      <a:pt x="10164" y="9930"/>
                    </a:lnTo>
                    <a:lnTo>
                      <a:pt x="9307" y="10748"/>
                    </a:lnTo>
                    <a:lnTo>
                      <a:pt x="8451" y="11585"/>
                    </a:lnTo>
                    <a:lnTo>
                      <a:pt x="7633" y="12441"/>
                    </a:lnTo>
                    <a:lnTo>
                      <a:pt x="6815" y="13298"/>
                    </a:lnTo>
                    <a:lnTo>
                      <a:pt x="6017" y="14194"/>
                    </a:lnTo>
                    <a:lnTo>
                      <a:pt x="5219" y="15089"/>
                    </a:lnTo>
                    <a:lnTo>
                      <a:pt x="4459" y="16004"/>
                    </a:lnTo>
                    <a:lnTo>
                      <a:pt x="3700" y="16919"/>
                    </a:lnTo>
                    <a:lnTo>
                      <a:pt x="2960" y="17854"/>
                    </a:lnTo>
                    <a:lnTo>
                      <a:pt x="2551" y="18380"/>
                    </a:lnTo>
                    <a:lnTo>
                      <a:pt x="2201" y="18925"/>
                    </a:lnTo>
                    <a:lnTo>
                      <a:pt x="1870" y="19489"/>
                    </a:lnTo>
                    <a:lnTo>
                      <a:pt x="1578" y="20073"/>
                    </a:lnTo>
                    <a:lnTo>
                      <a:pt x="1305" y="20677"/>
                    </a:lnTo>
                    <a:lnTo>
                      <a:pt x="1072" y="21281"/>
                    </a:lnTo>
                    <a:lnTo>
                      <a:pt x="858" y="21884"/>
                    </a:lnTo>
                    <a:lnTo>
                      <a:pt x="682" y="22527"/>
                    </a:lnTo>
                    <a:lnTo>
                      <a:pt x="507" y="23150"/>
                    </a:lnTo>
                    <a:lnTo>
                      <a:pt x="371" y="23812"/>
                    </a:lnTo>
                    <a:lnTo>
                      <a:pt x="273" y="24454"/>
                    </a:lnTo>
                    <a:lnTo>
                      <a:pt x="176" y="25116"/>
                    </a:lnTo>
                    <a:lnTo>
                      <a:pt x="98" y="25778"/>
                    </a:lnTo>
                    <a:lnTo>
                      <a:pt x="40" y="26440"/>
                    </a:lnTo>
                    <a:lnTo>
                      <a:pt x="20" y="27102"/>
                    </a:lnTo>
                    <a:lnTo>
                      <a:pt x="1" y="27764"/>
                    </a:lnTo>
                    <a:lnTo>
                      <a:pt x="1344" y="28406"/>
                    </a:lnTo>
                    <a:lnTo>
                      <a:pt x="2688" y="29010"/>
                    </a:lnTo>
                    <a:lnTo>
                      <a:pt x="4051" y="29594"/>
                    </a:lnTo>
                    <a:lnTo>
                      <a:pt x="5433" y="30139"/>
                    </a:lnTo>
                    <a:lnTo>
                      <a:pt x="6815" y="30645"/>
                    </a:lnTo>
                    <a:lnTo>
                      <a:pt x="8217" y="31152"/>
                    </a:lnTo>
                    <a:lnTo>
                      <a:pt x="9619" y="31599"/>
                    </a:lnTo>
                    <a:lnTo>
                      <a:pt x="11040" y="32028"/>
                    </a:lnTo>
                    <a:lnTo>
                      <a:pt x="12461" y="32437"/>
                    </a:lnTo>
                    <a:lnTo>
                      <a:pt x="13902" y="32807"/>
                    </a:lnTo>
                    <a:lnTo>
                      <a:pt x="15343" y="33138"/>
                    </a:lnTo>
                    <a:lnTo>
                      <a:pt x="16784" y="33449"/>
                    </a:lnTo>
                    <a:lnTo>
                      <a:pt x="18244" y="33722"/>
                    </a:lnTo>
                    <a:lnTo>
                      <a:pt x="19704" y="33975"/>
                    </a:lnTo>
                    <a:lnTo>
                      <a:pt x="21184" y="34189"/>
                    </a:lnTo>
                    <a:lnTo>
                      <a:pt x="22644" y="34364"/>
                    </a:lnTo>
                    <a:lnTo>
                      <a:pt x="24123" y="34520"/>
                    </a:lnTo>
                    <a:lnTo>
                      <a:pt x="25603" y="34656"/>
                    </a:lnTo>
                    <a:lnTo>
                      <a:pt x="27083" y="34753"/>
                    </a:lnTo>
                    <a:lnTo>
                      <a:pt x="28563" y="34812"/>
                    </a:lnTo>
                    <a:lnTo>
                      <a:pt x="30042" y="34831"/>
                    </a:lnTo>
                    <a:lnTo>
                      <a:pt x="31522" y="34831"/>
                    </a:lnTo>
                    <a:lnTo>
                      <a:pt x="33002" y="34812"/>
                    </a:lnTo>
                    <a:lnTo>
                      <a:pt x="34481" y="34753"/>
                    </a:lnTo>
                    <a:lnTo>
                      <a:pt x="35961" y="34656"/>
                    </a:lnTo>
                    <a:lnTo>
                      <a:pt x="37441" y="34539"/>
                    </a:lnTo>
                    <a:lnTo>
                      <a:pt x="38901" y="34384"/>
                    </a:lnTo>
                    <a:lnTo>
                      <a:pt x="40380" y="34189"/>
                    </a:lnTo>
                    <a:lnTo>
                      <a:pt x="41841" y="33975"/>
                    </a:lnTo>
                    <a:lnTo>
                      <a:pt x="43301" y="33722"/>
                    </a:lnTo>
                    <a:lnTo>
                      <a:pt x="44761" y="33449"/>
                    </a:lnTo>
                    <a:lnTo>
                      <a:pt x="46202" y="33118"/>
                    </a:lnTo>
                    <a:lnTo>
                      <a:pt x="46455" y="33060"/>
                    </a:lnTo>
                    <a:lnTo>
                      <a:pt x="46669" y="32982"/>
                    </a:lnTo>
                    <a:lnTo>
                      <a:pt x="46883" y="32884"/>
                    </a:lnTo>
                    <a:lnTo>
                      <a:pt x="47097" y="32748"/>
                    </a:lnTo>
                    <a:lnTo>
                      <a:pt x="47292" y="32612"/>
                    </a:lnTo>
                    <a:lnTo>
                      <a:pt x="47467" y="32476"/>
                    </a:lnTo>
                    <a:lnTo>
                      <a:pt x="47623" y="32300"/>
                    </a:lnTo>
                    <a:lnTo>
                      <a:pt x="47779" y="32125"/>
                    </a:lnTo>
                    <a:lnTo>
                      <a:pt x="47915" y="31930"/>
                    </a:lnTo>
                    <a:lnTo>
                      <a:pt x="48032" y="31736"/>
                    </a:lnTo>
                    <a:lnTo>
                      <a:pt x="48149" y="31522"/>
                    </a:lnTo>
                    <a:lnTo>
                      <a:pt x="48227" y="31307"/>
                    </a:lnTo>
                    <a:lnTo>
                      <a:pt x="48285" y="31074"/>
                    </a:lnTo>
                    <a:lnTo>
                      <a:pt x="48343" y="30840"/>
                    </a:lnTo>
                    <a:lnTo>
                      <a:pt x="48363" y="30587"/>
                    </a:lnTo>
                    <a:lnTo>
                      <a:pt x="48363" y="30353"/>
                    </a:lnTo>
                    <a:lnTo>
                      <a:pt x="48324" y="28932"/>
                    </a:lnTo>
                    <a:lnTo>
                      <a:pt x="48285" y="27511"/>
                    </a:lnTo>
                    <a:lnTo>
                      <a:pt x="48207" y="26090"/>
                    </a:lnTo>
                    <a:lnTo>
                      <a:pt x="48129" y="24649"/>
                    </a:lnTo>
                    <a:lnTo>
                      <a:pt x="48032" y="23228"/>
                    </a:lnTo>
                    <a:lnTo>
                      <a:pt x="47915" y="21806"/>
                    </a:lnTo>
                    <a:lnTo>
                      <a:pt x="47759" y="20385"/>
                    </a:lnTo>
                    <a:lnTo>
                      <a:pt x="47584" y="18964"/>
                    </a:lnTo>
                    <a:lnTo>
                      <a:pt x="47389" y="17562"/>
                    </a:lnTo>
                    <a:lnTo>
                      <a:pt x="47156" y="16141"/>
                    </a:lnTo>
                    <a:lnTo>
                      <a:pt x="46883" y="14758"/>
                    </a:lnTo>
                    <a:lnTo>
                      <a:pt x="46591" y="13376"/>
                    </a:lnTo>
                    <a:lnTo>
                      <a:pt x="46260" y="11994"/>
                    </a:lnTo>
                    <a:lnTo>
                      <a:pt x="45871" y="10650"/>
                    </a:lnTo>
                    <a:lnTo>
                      <a:pt x="45676" y="9969"/>
                    </a:lnTo>
                    <a:lnTo>
                      <a:pt x="45462" y="9307"/>
                    </a:lnTo>
                    <a:lnTo>
                      <a:pt x="45228" y="8645"/>
                    </a:lnTo>
                    <a:lnTo>
                      <a:pt x="44995" y="7983"/>
                    </a:lnTo>
                    <a:lnTo>
                      <a:pt x="44722" y="7282"/>
                    </a:lnTo>
                    <a:lnTo>
                      <a:pt x="44430" y="6601"/>
                    </a:lnTo>
                    <a:lnTo>
                      <a:pt x="44119" y="5939"/>
                    </a:lnTo>
                    <a:lnTo>
                      <a:pt x="43788" y="5277"/>
                    </a:lnTo>
                    <a:lnTo>
                      <a:pt x="43398" y="4634"/>
                    </a:lnTo>
                    <a:lnTo>
                      <a:pt x="43204" y="4342"/>
                    </a:lnTo>
                    <a:lnTo>
                      <a:pt x="42989" y="4031"/>
                    </a:lnTo>
                    <a:lnTo>
                      <a:pt x="42756" y="3758"/>
                    </a:lnTo>
                    <a:lnTo>
                      <a:pt x="42522" y="3466"/>
                    </a:lnTo>
                    <a:lnTo>
                      <a:pt x="42269" y="3193"/>
                    </a:lnTo>
                    <a:lnTo>
                      <a:pt x="42016" y="2940"/>
                    </a:lnTo>
                    <a:lnTo>
                      <a:pt x="41646" y="2609"/>
                    </a:lnTo>
                    <a:lnTo>
                      <a:pt x="41257" y="2317"/>
                    </a:lnTo>
                    <a:lnTo>
                      <a:pt x="40867" y="2025"/>
                    </a:lnTo>
                    <a:lnTo>
                      <a:pt x="40458" y="1772"/>
                    </a:lnTo>
                    <a:lnTo>
                      <a:pt x="40030" y="1539"/>
                    </a:lnTo>
                    <a:lnTo>
                      <a:pt x="39602" y="1324"/>
                    </a:lnTo>
                    <a:lnTo>
                      <a:pt x="39154" y="1130"/>
                    </a:lnTo>
                    <a:lnTo>
                      <a:pt x="38687" y="935"/>
                    </a:lnTo>
                    <a:lnTo>
                      <a:pt x="38219" y="779"/>
                    </a:lnTo>
                    <a:lnTo>
                      <a:pt x="37752" y="643"/>
                    </a:lnTo>
                    <a:lnTo>
                      <a:pt x="37265" y="507"/>
                    </a:lnTo>
                    <a:lnTo>
                      <a:pt x="36798" y="409"/>
                    </a:lnTo>
                    <a:lnTo>
                      <a:pt x="36311" y="312"/>
                    </a:lnTo>
                    <a:lnTo>
                      <a:pt x="35805" y="234"/>
                    </a:lnTo>
                    <a:lnTo>
                      <a:pt x="35318" y="156"/>
                    </a:lnTo>
                    <a:lnTo>
                      <a:pt x="34832" y="117"/>
                    </a:lnTo>
                    <a:lnTo>
                      <a:pt x="34248" y="59"/>
                    </a:lnTo>
                    <a:lnTo>
                      <a:pt x="33644" y="20"/>
                    </a:lnTo>
                    <a:lnTo>
                      <a:pt x="33060" y="0"/>
                    </a:lnTo>
                    <a:close/>
                  </a:path>
                </a:pathLst>
              </a:custGeom>
              <a:solidFill>
                <a:srgbClr val="936C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44" name="Google Shape;7144;p32"/>
              <p:cNvSpPr/>
              <p:nvPr/>
            </p:nvSpPr>
            <p:spPr>
              <a:xfrm>
                <a:off x="11670400" y="2192438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45" name="Google Shape;7145;p32"/>
              <p:cNvSpPr/>
              <p:nvPr/>
            </p:nvSpPr>
            <p:spPr>
              <a:xfrm>
                <a:off x="11670400" y="2192438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46" name="Google Shape;7146;p32"/>
              <p:cNvSpPr/>
              <p:nvPr/>
            </p:nvSpPr>
            <p:spPr>
              <a:xfrm>
                <a:off x="10806925" y="2165663"/>
                <a:ext cx="947700" cy="698975"/>
              </a:xfrm>
              <a:custGeom>
                <a:avLst/>
                <a:gdLst/>
                <a:ahLst/>
                <a:cxnLst/>
                <a:rect l="l" t="t" r="r" b="b"/>
                <a:pathLst>
                  <a:path w="37908" h="27959" extrusionOk="0">
                    <a:moveTo>
                      <a:pt x="28855" y="1"/>
                    </a:moveTo>
                    <a:lnTo>
                      <a:pt x="27823" y="20"/>
                    </a:lnTo>
                    <a:lnTo>
                      <a:pt x="26791" y="79"/>
                    </a:lnTo>
                    <a:lnTo>
                      <a:pt x="25759" y="195"/>
                    </a:lnTo>
                    <a:lnTo>
                      <a:pt x="24727" y="351"/>
                    </a:lnTo>
                    <a:lnTo>
                      <a:pt x="23695" y="526"/>
                    </a:lnTo>
                    <a:lnTo>
                      <a:pt x="22683" y="760"/>
                    </a:lnTo>
                    <a:lnTo>
                      <a:pt x="21670" y="1013"/>
                    </a:lnTo>
                    <a:lnTo>
                      <a:pt x="20677" y="1325"/>
                    </a:lnTo>
                    <a:lnTo>
                      <a:pt x="19685" y="1656"/>
                    </a:lnTo>
                    <a:lnTo>
                      <a:pt x="18692" y="2025"/>
                    </a:lnTo>
                    <a:lnTo>
                      <a:pt x="17718" y="2415"/>
                    </a:lnTo>
                    <a:lnTo>
                      <a:pt x="16764" y="2843"/>
                    </a:lnTo>
                    <a:lnTo>
                      <a:pt x="15830" y="3310"/>
                    </a:lnTo>
                    <a:lnTo>
                      <a:pt x="14895" y="3797"/>
                    </a:lnTo>
                    <a:lnTo>
                      <a:pt x="13980" y="4303"/>
                    </a:lnTo>
                    <a:lnTo>
                      <a:pt x="13104" y="4849"/>
                    </a:lnTo>
                    <a:lnTo>
                      <a:pt x="12150" y="5452"/>
                    </a:lnTo>
                    <a:lnTo>
                      <a:pt x="11235" y="6095"/>
                    </a:lnTo>
                    <a:lnTo>
                      <a:pt x="10320" y="6757"/>
                    </a:lnTo>
                    <a:lnTo>
                      <a:pt x="9444" y="7438"/>
                    </a:lnTo>
                    <a:lnTo>
                      <a:pt x="8567" y="8139"/>
                    </a:lnTo>
                    <a:lnTo>
                      <a:pt x="7711" y="8859"/>
                    </a:lnTo>
                    <a:lnTo>
                      <a:pt x="6874" y="9599"/>
                    </a:lnTo>
                    <a:lnTo>
                      <a:pt x="6056" y="10358"/>
                    </a:lnTo>
                    <a:lnTo>
                      <a:pt x="5238" y="11157"/>
                    </a:lnTo>
                    <a:lnTo>
                      <a:pt x="4459" y="11955"/>
                    </a:lnTo>
                    <a:lnTo>
                      <a:pt x="3681" y="12753"/>
                    </a:lnTo>
                    <a:lnTo>
                      <a:pt x="2921" y="13590"/>
                    </a:lnTo>
                    <a:lnTo>
                      <a:pt x="2162" y="14428"/>
                    </a:lnTo>
                    <a:lnTo>
                      <a:pt x="1422" y="15265"/>
                    </a:lnTo>
                    <a:lnTo>
                      <a:pt x="702" y="16141"/>
                    </a:lnTo>
                    <a:lnTo>
                      <a:pt x="1" y="16998"/>
                    </a:lnTo>
                    <a:lnTo>
                      <a:pt x="371" y="17893"/>
                    </a:lnTo>
                    <a:lnTo>
                      <a:pt x="721" y="18789"/>
                    </a:lnTo>
                    <a:lnTo>
                      <a:pt x="1033" y="19704"/>
                    </a:lnTo>
                    <a:lnTo>
                      <a:pt x="1169" y="20171"/>
                    </a:lnTo>
                    <a:lnTo>
                      <a:pt x="1286" y="20638"/>
                    </a:lnTo>
                    <a:lnTo>
                      <a:pt x="1481" y="21437"/>
                    </a:lnTo>
                    <a:lnTo>
                      <a:pt x="1617" y="22235"/>
                    </a:lnTo>
                    <a:lnTo>
                      <a:pt x="1734" y="23033"/>
                    </a:lnTo>
                    <a:lnTo>
                      <a:pt x="1792" y="23831"/>
                    </a:lnTo>
                    <a:lnTo>
                      <a:pt x="1792" y="24084"/>
                    </a:lnTo>
                    <a:lnTo>
                      <a:pt x="1792" y="24318"/>
                    </a:lnTo>
                    <a:lnTo>
                      <a:pt x="1753" y="24532"/>
                    </a:lnTo>
                    <a:lnTo>
                      <a:pt x="1714" y="24707"/>
                    </a:lnTo>
                    <a:lnTo>
                      <a:pt x="1675" y="24863"/>
                    </a:lnTo>
                    <a:lnTo>
                      <a:pt x="1617" y="24999"/>
                    </a:lnTo>
                    <a:lnTo>
                      <a:pt x="1539" y="25116"/>
                    </a:lnTo>
                    <a:lnTo>
                      <a:pt x="1442" y="25214"/>
                    </a:lnTo>
                    <a:lnTo>
                      <a:pt x="1364" y="25292"/>
                    </a:lnTo>
                    <a:lnTo>
                      <a:pt x="1286" y="25330"/>
                    </a:lnTo>
                    <a:lnTo>
                      <a:pt x="2454" y="25661"/>
                    </a:lnTo>
                    <a:lnTo>
                      <a:pt x="3622" y="25953"/>
                    </a:lnTo>
                    <a:lnTo>
                      <a:pt x="4790" y="26226"/>
                    </a:lnTo>
                    <a:lnTo>
                      <a:pt x="5978" y="26479"/>
                    </a:lnTo>
                    <a:lnTo>
                      <a:pt x="7166" y="26713"/>
                    </a:lnTo>
                    <a:lnTo>
                      <a:pt x="8353" y="26927"/>
                    </a:lnTo>
                    <a:lnTo>
                      <a:pt x="9541" y="27122"/>
                    </a:lnTo>
                    <a:lnTo>
                      <a:pt x="10748" y="27297"/>
                    </a:lnTo>
                    <a:lnTo>
                      <a:pt x="11936" y="27453"/>
                    </a:lnTo>
                    <a:lnTo>
                      <a:pt x="13143" y="27589"/>
                    </a:lnTo>
                    <a:lnTo>
                      <a:pt x="14330" y="27686"/>
                    </a:lnTo>
                    <a:lnTo>
                      <a:pt x="15538" y="27784"/>
                    </a:lnTo>
                    <a:lnTo>
                      <a:pt x="16745" y="27861"/>
                    </a:lnTo>
                    <a:lnTo>
                      <a:pt x="17952" y="27900"/>
                    </a:lnTo>
                    <a:lnTo>
                      <a:pt x="19159" y="27939"/>
                    </a:lnTo>
                    <a:lnTo>
                      <a:pt x="20366" y="27959"/>
                    </a:lnTo>
                    <a:lnTo>
                      <a:pt x="21339" y="27939"/>
                    </a:lnTo>
                    <a:lnTo>
                      <a:pt x="22313" y="27920"/>
                    </a:lnTo>
                    <a:lnTo>
                      <a:pt x="23286" y="27881"/>
                    </a:lnTo>
                    <a:lnTo>
                      <a:pt x="24240" y="27842"/>
                    </a:lnTo>
                    <a:lnTo>
                      <a:pt x="25214" y="27784"/>
                    </a:lnTo>
                    <a:lnTo>
                      <a:pt x="26187" y="27706"/>
                    </a:lnTo>
                    <a:lnTo>
                      <a:pt x="27141" y="27628"/>
                    </a:lnTo>
                    <a:lnTo>
                      <a:pt x="28115" y="27531"/>
                    </a:lnTo>
                    <a:lnTo>
                      <a:pt x="29069" y="27414"/>
                    </a:lnTo>
                    <a:lnTo>
                      <a:pt x="30042" y="27277"/>
                    </a:lnTo>
                    <a:lnTo>
                      <a:pt x="30996" y="27141"/>
                    </a:lnTo>
                    <a:lnTo>
                      <a:pt x="31950" y="26985"/>
                    </a:lnTo>
                    <a:lnTo>
                      <a:pt x="32904" y="26830"/>
                    </a:lnTo>
                    <a:lnTo>
                      <a:pt x="33858" y="26635"/>
                    </a:lnTo>
                    <a:lnTo>
                      <a:pt x="34812" y="26440"/>
                    </a:lnTo>
                    <a:lnTo>
                      <a:pt x="35747" y="26226"/>
                    </a:lnTo>
                    <a:lnTo>
                      <a:pt x="36000" y="26168"/>
                    </a:lnTo>
                    <a:lnTo>
                      <a:pt x="36214" y="26090"/>
                    </a:lnTo>
                    <a:lnTo>
                      <a:pt x="36428" y="25992"/>
                    </a:lnTo>
                    <a:lnTo>
                      <a:pt x="36642" y="25856"/>
                    </a:lnTo>
                    <a:lnTo>
                      <a:pt x="36837" y="25720"/>
                    </a:lnTo>
                    <a:lnTo>
                      <a:pt x="37012" y="25584"/>
                    </a:lnTo>
                    <a:lnTo>
                      <a:pt x="37168" y="25408"/>
                    </a:lnTo>
                    <a:lnTo>
                      <a:pt x="37324" y="25233"/>
                    </a:lnTo>
                    <a:lnTo>
                      <a:pt x="37460" y="25038"/>
                    </a:lnTo>
                    <a:lnTo>
                      <a:pt x="37577" y="24844"/>
                    </a:lnTo>
                    <a:lnTo>
                      <a:pt x="37694" y="24630"/>
                    </a:lnTo>
                    <a:lnTo>
                      <a:pt x="37772" y="24415"/>
                    </a:lnTo>
                    <a:lnTo>
                      <a:pt x="37830" y="24182"/>
                    </a:lnTo>
                    <a:lnTo>
                      <a:pt x="37888" y="23948"/>
                    </a:lnTo>
                    <a:lnTo>
                      <a:pt x="37908" y="23695"/>
                    </a:lnTo>
                    <a:lnTo>
                      <a:pt x="37908" y="23461"/>
                    </a:lnTo>
                    <a:lnTo>
                      <a:pt x="37869" y="22040"/>
                    </a:lnTo>
                    <a:lnTo>
                      <a:pt x="37830" y="20619"/>
                    </a:lnTo>
                    <a:lnTo>
                      <a:pt x="37752" y="19198"/>
                    </a:lnTo>
                    <a:lnTo>
                      <a:pt x="37674" y="17757"/>
                    </a:lnTo>
                    <a:lnTo>
                      <a:pt x="37577" y="16336"/>
                    </a:lnTo>
                    <a:lnTo>
                      <a:pt x="37460" y="14914"/>
                    </a:lnTo>
                    <a:lnTo>
                      <a:pt x="37304" y="13493"/>
                    </a:lnTo>
                    <a:lnTo>
                      <a:pt x="37129" y="12072"/>
                    </a:lnTo>
                    <a:lnTo>
                      <a:pt x="36934" y="10670"/>
                    </a:lnTo>
                    <a:lnTo>
                      <a:pt x="36701" y="9249"/>
                    </a:lnTo>
                    <a:lnTo>
                      <a:pt x="36428" y="7866"/>
                    </a:lnTo>
                    <a:lnTo>
                      <a:pt x="36136" y="6484"/>
                    </a:lnTo>
                    <a:lnTo>
                      <a:pt x="35805" y="5102"/>
                    </a:lnTo>
                    <a:lnTo>
                      <a:pt x="35416" y="3758"/>
                    </a:lnTo>
                    <a:lnTo>
                      <a:pt x="35221" y="3077"/>
                    </a:lnTo>
                    <a:lnTo>
                      <a:pt x="35007" y="2415"/>
                    </a:lnTo>
                    <a:lnTo>
                      <a:pt x="34773" y="1753"/>
                    </a:lnTo>
                    <a:lnTo>
                      <a:pt x="34540" y="1091"/>
                    </a:lnTo>
                    <a:lnTo>
                      <a:pt x="34540" y="1071"/>
                    </a:lnTo>
                    <a:lnTo>
                      <a:pt x="34403" y="741"/>
                    </a:lnTo>
                    <a:lnTo>
                      <a:pt x="33605" y="526"/>
                    </a:lnTo>
                    <a:lnTo>
                      <a:pt x="32807" y="351"/>
                    </a:lnTo>
                    <a:lnTo>
                      <a:pt x="32009" y="215"/>
                    </a:lnTo>
                    <a:lnTo>
                      <a:pt x="31191" y="117"/>
                    </a:lnTo>
                    <a:lnTo>
                      <a:pt x="30607" y="59"/>
                    </a:lnTo>
                    <a:lnTo>
                      <a:pt x="30023" y="20"/>
                    </a:lnTo>
                    <a:lnTo>
                      <a:pt x="29439" y="1"/>
                    </a:lnTo>
                    <a:close/>
                  </a:path>
                </a:pathLst>
              </a:custGeom>
              <a:solidFill>
                <a:srgbClr val="000000">
                  <a:alpha val="217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47" name="Google Shape;7147;p32"/>
              <p:cNvSpPr/>
              <p:nvPr/>
            </p:nvSpPr>
            <p:spPr>
              <a:xfrm>
                <a:off x="10806925" y="2165663"/>
                <a:ext cx="947700" cy="698975"/>
              </a:xfrm>
              <a:custGeom>
                <a:avLst/>
                <a:gdLst/>
                <a:ahLst/>
                <a:cxnLst/>
                <a:rect l="l" t="t" r="r" b="b"/>
                <a:pathLst>
                  <a:path w="37908" h="27959" fill="none" extrusionOk="0">
                    <a:moveTo>
                      <a:pt x="28855" y="1"/>
                    </a:moveTo>
                    <a:lnTo>
                      <a:pt x="28855" y="1"/>
                    </a:lnTo>
                    <a:lnTo>
                      <a:pt x="27823" y="20"/>
                    </a:lnTo>
                    <a:lnTo>
                      <a:pt x="26791" y="79"/>
                    </a:lnTo>
                    <a:lnTo>
                      <a:pt x="25759" y="195"/>
                    </a:lnTo>
                    <a:lnTo>
                      <a:pt x="24727" y="351"/>
                    </a:lnTo>
                    <a:lnTo>
                      <a:pt x="23695" y="526"/>
                    </a:lnTo>
                    <a:lnTo>
                      <a:pt x="22683" y="760"/>
                    </a:lnTo>
                    <a:lnTo>
                      <a:pt x="21670" y="1013"/>
                    </a:lnTo>
                    <a:lnTo>
                      <a:pt x="20677" y="1325"/>
                    </a:lnTo>
                    <a:lnTo>
                      <a:pt x="19685" y="1656"/>
                    </a:lnTo>
                    <a:lnTo>
                      <a:pt x="18692" y="2025"/>
                    </a:lnTo>
                    <a:lnTo>
                      <a:pt x="17718" y="2415"/>
                    </a:lnTo>
                    <a:lnTo>
                      <a:pt x="16764" y="2843"/>
                    </a:lnTo>
                    <a:lnTo>
                      <a:pt x="15830" y="3310"/>
                    </a:lnTo>
                    <a:lnTo>
                      <a:pt x="14895" y="3797"/>
                    </a:lnTo>
                    <a:lnTo>
                      <a:pt x="13980" y="4303"/>
                    </a:lnTo>
                    <a:lnTo>
                      <a:pt x="13104" y="4849"/>
                    </a:lnTo>
                    <a:lnTo>
                      <a:pt x="13104" y="4849"/>
                    </a:lnTo>
                    <a:lnTo>
                      <a:pt x="12150" y="5452"/>
                    </a:lnTo>
                    <a:lnTo>
                      <a:pt x="11235" y="6095"/>
                    </a:lnTo>
                    <a:lnTo>
                      <a:pt x="10320" y="6757"/>
                    </a:lnTo>
                    <a:lnTo>
                      <a:pt x="9444" y="7438"/>
                    </a:lnTo>
                    <a:lnTo>
                      <a:pt x="8567" y="8139"/>
                    </a:lnTo>
                    <a:lnTo>
                      <a:pt x="7711" y="8859"/>
                    </a:lnTo>
                    <a:lnTo>
                      <a:pt x="6874" y="9599"/>
                    </a:lnTo>
                    <a:lnTo>
                      <a:pt x="6056" y="10358"/>
                    </a:lnTo>
                    <a:lnTo>
                      <a:pt x="5238" y="11157"/>
                    </a:lnTo>
                    <a:lnTo>
                      <a:pt x="4459" y="11955"/>
                    </a:lnTo>
                    <a:lnTo>
                      <a:pt x="3681" y="12753"/>
                    </a:lnTo>
                    <a:lnTo>
                      <a:pt x="2921" y="13590"/>
                    </a:lnTo>
                    <a:lnTo>
                      <a:pt x="2162" y="14428"/>
                    </a:lnTo>
                    <a:lnTo>
                      <a:pt x="1422" y="15265"/>
                    </a:lnTo>
                    <a:lnTo>
                      <a:pt x="702" y="16141"/>
                    </a:lnTo>
                    <a:lnTo>
                      <a:pt x="1" y="16998"/>
                    </a:lnTo>
                    <a:lnTo>
                      <a:pt x="1" y="16998"/>
                    </a:lnTo>
                    <a:lnTo>
                      <a:pt x="371" y="17893"/>
                    </a:lnTo>
                    <a:lnTo>
                      <a:pt x="721" y="18789"/>
                    </a:lnTo>
                    <a:lnTo>
                      <a:pt x="1033" y="19704"/>
                    </a:lnTo>
                    <a:lnTo>
                      <a:pt x="1169" y="20171"/>
                    </a:lnTo>
                    <a:lnTo>
                      <a:pt x="1286" y="20638"/>
                    </a:lnTo>
                    <a:lnTo>
                      <a:pt x="1286" y="20638"/>
                    </a:lnTo>
                    <a:lnTo>
                      <a:pt x="1481" y="21437"/>
                    </a:lnTo>
                    <a:lnTo>
                      <a:pt x="1617" y="22235"/>
                    </a:lnTo>
                    <a:lnTo>
                      <a:pt x="1734" y="23033"/>
                    </a:lnTo>
                    <a:lnTo>
                      <a:pt x="1792" y="23831"/>
                    </a:lnTo>
                    <a:lnTo>
                      <a:pt x="1792" y="23831"/>
                    </a:lnTo>
                    <a:lnTo>
                      <a:pt x="1792" y="24084"/>
                    </a:lnTo>
                    <a:lnTo>
                      <a:pt x="1792" y="24318"/>
                    </a:lnTo>
                    <a:lnTo>
                      <a:pt x="1753" y="24532"/>
                    </a:lnTo>
                    <a:lnTo>
                      <a:pt x="1714" y="24707"/>
                    </a:lnTo>
                    <a:lnTo>
                      <a:pt x="1675" y="24863"/>
                    </a:lnTo>
                    <a:lnTo>
                      <a:pt x="1617" y="24999"/>
                    </a:lnTo>
                    <a:lnTo>
                      <a:pt x="1539" y="25116"/>
                    </a:lnTo>
                    <a:lnTo>
                      <a:pt x="1442" y="25214"/>
                    </a:lnTo>
                    <a:lnTo>
                      <a:pt x="1442" y="25214"/>
                    </a:lnTo>
                    <a:lnTo>
                      <a:pt x="1364" y="25292"/>
                    </a:lnTo>
                    <a:lnTo>
                      <a:pt x="1286" y="25330"/>
                    </a:lnTo>
                    <a:lnTo>
                      <a:pt x="1286" y="25330"/>
                    </a:lnTo>
                    <a:lnTo>
                      <a:pt x="2454" y="25661"/>
                    </a:lnTo>
                    <a:lnTo>
                      <a:pt x="3622" y="25953"/>
                    </a:lnTo>
                    <a:lnTo>
                      <a:pt x="4790" y="26226"/>
                    </a:lnTo>
                    <a:lnTo>
                      <a:pt x="5978" y="26479"/>
                    </a:lnTo>
                    <a:lnTo>
                      <a:pt x="7166" y="26713"/>
                    </a:lnTo>
                    <a:lnTo>
                      <a:pt x="8353" y="26927"/>
                    </a:lnTo>
                    <a:lnTo>
                      <a:pt x="9541" y="27122"/>
                    </a:lnTo>
                    <a:lnTo>
                      <a:pt x="10748" y="27297"/>
                    </a:lnTo>
                    <a:lnTo>
                      <a:pt x="11936" y="27453"/>
                    </a:lnTo>
                    <a:lnTo>
                      <a:pt x="13143" y="27589"/>
                    </a:lnTo>
                    <a:lnTo>
                      <a:pt x="14330" y="27686"/>
                    </a:lnTo>
                    <a:lnTo>
                      <a:pt x="15538" y="27784"/>
                    </a:lnTo>
                    <a:lnTo>
                      <a:pt x="16745" y="27861"/>
                    </a:lnTo>
                    <a:lnTo>
                      <a:pt x="17952" y="27900"/>
                    </a:lnTo>
                    <a:lnTo>
                      <a:pt x="19159" y="27939"/>
                    </a:lnTo>
                    <a:lnTo>
                      <a:pt x="20366" y="27959"/>
                    </a:lnTo>
                    <a:lnTo>
                      <a:pt x="20366" y="27959"/>
                    </a:lnTo>
                    <a:lnTo>
                      <a:pt x="21339" y="27939"/>
                    </a:lnTo>
                    <a:lnTo>
                      <a:pt x="22313" y="27920"/>
                    </a:lnTo>
                    <a:lnTo>
                      <a:pt x="23286" y="27881"/>
                    </a:lnTo>
                    <a:lnTo>
                      <a:pt x="24240" y="27842"/>
                    </a:lnTo>
                    <a:lnTo>
                      <a:pt x="25214" y="27784"/>
                    </a:lnTo>
                    <a:lnTo>
                      <a:pt x="26187" y="27706"/>
                    </a:lnTo>
                    <a:lnTo>
                      <a:pt x="27141" y="27628"/>
                    </a:lnTo>
                    <a:lnTo>
                      <a:pt x="28115" y="27531"/>
                    </a:lnTo>
                    <a:lnTo>
                      <a:pt x="29069" y="27414"/>
                    </a:lnTo>
                    <a:lnTo>
                      <a:pt x="30042" y="27277"/>
                    </a:lnTo>
                    <a:lnTo>
                      <a:pt x="30996" y="27141"/>
                    </a:lnTo>
                    <a:lnTo>
                      <a:pt x="31950" y="26985"/>
                    </a:lnTo>
                    <a:lnTo>
                      <a:pt x="32904" y="26830"/>
                    </a:lnTo>
                    <a:lnTo>
                      <a:pt x="33858" y="26635"/>
                    </a:lnTo>
                    <a:lnTo>
                      <a:pt x="34812" y="26440"/>
                    </a:lnTo>
                    <a:lnTo>
                      <a:pt x="35747" y="26226"/>
                    </a:lnTo>
                    <a:lnTo>
                      <a:pt x="35747" y="26226"/>
                    </a:lnTo>
                    <a:lnTo>
                      <a:pt x="36000" y="26168"/>
                    </a:lnTo>
                    <a:lnTo>
                      <a:pt x="36214" y="26090"/>
                    </a:lnTo>
                    <a:lnTo>
                      <a:pt x="36428" y="25992"/>
                    </a:lnTo>
                    <a:lnTo>
                      <a:pt x="36642" y="25856"/>
                    </a:lnTo>
                    <a:lnTo>
                      <a:pt x="36837" y="25720"/>
                    </a:lnTo>
                    <a:lnTo>
                      <a:pt x="37012" y="25584"/>
                    </a:lnTo>
                    <a:lnTo>
                      <a:pt x="37168" y="25408"/>
                    </a:lnTo>
                    <a:lnTo>
                      <a:pt x="37324" y="25233"/>
                    </a:lnTo>
                    <a:lnTo>
                      <a:pt x="37460" y="25038"/>
                    </a:lnTo>
                    <a:lnTo>
                      <a:pt x="37577" y="24844"/>
                    </a:lnTo>
                    <a:lnTo>
                      <a:pt x="37694" y="24630"/>
                    </a:lnTo>
                    <a:lnTo>
                      <a:pt x="37772" y="24415"/>
                    </a:lnTo>
                    <a:lnTo>
                      <a:pt x="37830" y="24182"/>
                    </a:lnTo>
                    <a:lnTo>
                      <a:pt x="37888" y="23948"/>
                    </a:lnTo>
                    <a:lnTo>
                      <a:pt x="37908" y="23695"/>
                    </a:lnTo>
                    <a:lnTo>
                      <a:pt x="37908" y="23461"/>
                    </a:lnTo>
                    <a:lnTo>
                      <a:pt x="37908" y="23461"/>
                    </a:lnTo>
                    <a:lnTo>
                      <a:pt x="37869" y="22040"/>
                    </a:lnTo>
                    <a:lnTo>
                      <a:pt x="37830" y="20619"/>
                    </a:lnTo>
                    <a:lnTo>
                      <a:pt x="37752" y="19198"/>
                    </a:lnTo>
                    <a:lnTo>
                      <a:pt x="37674" y="17757"/>
                    </a:lnTo>
                    <a:lnTo>
                      <a:pt x="37577" y="16336"/>
                    </a:lnTo>
                    <a:lnTo>
                      <a:pt x="37460" y="14914"/>
                    </a:lnTo>
                    <a:lnTo>
                      <a:pt x="37304" y="13493"/>
                    </a:lnTo>
                    <a:lnTo>
                      <a:pt x="37129" y="12072"/>
                    </a:lnTo>
                    <a:lnTo>
                      <a:pt x="36934" y="10670"/>
                    </a:lnTo>
                    <a:lnTo>
                      <a:pt x="36701" y="9249"/>
                    </a:lnTo>
                    <a:lnTo>
                      <a:pt x="36428" y="7866"/>
                    </a:lnTo>
                    <a:lnTo>
                      <a:pt x="36136" y="6484"/>
                    </a:lnTo>
                    <a:lnTo>
                      <a:pt x="35805" y="5102"/>
                    </a:lnTo>
                    <a:lnTo>
                      <a:pt x="35416" y="3758"/>
                    </a:lnTo>
                    <a:lnTo>
                      <a:pt x="35221" y="3077"/>
                    </a:lnTo>
                    <a:lnTo>
                      <a:pt x="35007" y="2415"/>
                    </a:lnTo>
                    <a:lnTo>
                      <a:pt x="34773" y="1753"/>
                    </a:lnTo>
                    <a:lnTo>
                      <a:pt x="34540" y="1091"/>
                    </a:lnTo>
                    <a:lnTo>
                      <a:pt x="34540" y="1091"/>
                    </a:lnTo>
                    <a:lnTo>
                      <a:pt x="34540" y="1091"/>
                    </a:lnTo>
                    <a:lnTo>
                      <a:pt x="34540" y="1071"/>
                    </a:lnTo>
                    <a:lnTo>
                      <a:pt x="34540" y="1071"/>
                    </a:lnTo>
                    <a:lnTo>
                      <a:pt x="34403" y="741"/>
                    </a:lnTo>
                    <a:lnTo>
                      <a:pt x="34403" y="741"/>
                    </a:lnTo>
                    <a:lnTo>
                      <a:pt x="33605" y="526"/>
                    </a:lnTo>
                    <a:lnTo>
                      <a:pt x="32807" y="351"/>
                    </a:lnTo>
                    <a:lnTo>
                      <a:pt x="32009" y="215"/>
                    </a:lnTo>
                    <a:lnTo>
                      <a:pt x="31191" y="117"/>
                    </a:lnTo>
                    <a:lnTo>
                      <a:pt x="31191" y="117"/>
                    </a:lnTo>
                    <a:lnTo>
                      <a:pt x="30607" y="59"/>
                    </a:lnTo>
                    <a:lnTo>
                      <a:pt x="30023" y="20"/>
                    </a:lnTo>
                    <a:lnTo>
                      <a:pt x="29439" y="1"/>
                    </a:lnTo>
                    <a:lnTo>
                      <a:pt x="28855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48" name="Google Shape;7148;p32"/>
              <p:cNvSpPr/>
              <p:nvPr/>
            </p:nvSpPr>
            <p:spPr>
              <a:xfrm>
                <a:off x="10039350" y="2315088"/>
                <a:ext cx="812400" cy="488225"/>
              </a:xfrm>
              <a:custGeom>
                <a:avLst/>
                <a:gdLst/>
                <a:ahLst/>
                <a:cxnLst/>
                <a:rect l="l" t="t" r="r" b="b"/>
                <a:pathLst>
                  <a:path w="32496" h="19529" extrusionOk="0">
                    <a:moveTo>
                      <a:pt x="16803" y="1"/>
                    </a:moveTo>
                    <a:lnTo>
                      <a:pt x="16374" y="40"/>
                    </a:lnTo>
                    <a:lnTo>
                      <a:pt x="15966" y="79"/>
                    </a:lnTo>
                    <a:lnTo>
                      <a:pt x="15557" y="137"/>
                    </a:lnTo>
                    <a:lnTo>
                      <a:pt x="15148" y="234"/>
                    </a:lnTo>
                    <a:lnTo>
                      <a:pt x="14739" y="332"/>
                    </a:lnTo>
                    <a:lnTo>
                      <a:pt x="14350" y="449"/>
                    </a:lnTo>
                    <a:lnTo>
                      <a:pt x="13941" y="585"/>
                    </a:lnTo>
                    <a:lnTo>
                      <a:pt x="13551" y="741"/>
                    </a:lnTo>
                    <a:lnTo>
                      <a:pt x="13162" y="896"/>
                    </a:lnTo>
                    <a:lnTo>
                      <a:pt x="12773" y="1072"/>
                    </a:lnTo>
                    <a:lnTo>
                      <a:pt x="12013" y="1461"/>
                    </a:lnTo>
                    <a:lnTo>
                      <a:pt x="11273" y="1850"/>
                    </a:lnTo>
                    <a:lnTo>
                      <a:pt x="10553" y="2279"/>
                    </a:lnTo>
                    <a:lnTo>
                      <a:pt x="9346" y="3038"/>
                    </a:lnTo>
                    <a:lnTo>
                      <a:pt x="8158" y="3836"/>
                    </a:lnTo>
                    <a:lnTo>
                      <a:pt x="6990" y="4654"/>
                    </a:lnTo>
                    <a:lnTo>
                      <a:pt x="5841" y="5511"/>
                    </a:lnTo>
                    <a:lnTo>
                      <a:pt x="4732" y="6406"/>
                    </a:lnTo>
                    <a:lnTo>
                      <a:pt x="3641" y="7321"/>
                    </a:lnTo>
                    <a:lnTo>
                      <a:pt x="2590" y="8275"/>
                    </a:lnTo>
                    <a:lnTo>
                      <a:pt x="1558" y="9268"/>
                    </a:lnTo>
                    <a:lnTo>
                      <a:pt x="1266" y="9560"/>
                    </a:lnTo>
                    <a:lnTo>
                      <a:pt x="994" y="9872"/>
                    </a:lnTo>
                    <a:lnTo>
                      <a:pt x="721" y="10183"/>
                    </a:lnTo>
                    <a:lnTo>
                      <a:pt x="487" y="10534"/>
                    </a:lnTo>
                    <a:lnTo>
                      <a:pt x="293" y="10884"/>
                    </a:lnTo>
                    <a:lnTo>
                      <a:pt x="195" y="11059"/>
                    </a:lnTo>
                    <a:lnTo>
                      <a:pt x="137" y="11254"/>
                    </a:lnTo>
                    <a:lnTo>
                      <a:pt x="79" y="11429"/>
                    </a:lnTo>
                    <a:lnTo>
                      <a:pt x="40" y="11624"/>
                    </a:lnTo>
                    <a:lnTo>
                      <a:pt x="1" y="11819"/>
                    </a:lnTo>
                    <a:lnTo>
                      <a:pt x="1" y="12033"/>
                    </a:lnTo>
                    <a:lnTo>
                      <a:pt x="20" y="12325"/>
                    </a:lnTo>
                    <a:lnTo>
                      <a:pt x="79" y="12617"/>
                    </a:lnTo>
                    <a:lnTo>
                      <a:pt x="176" y="12890"/>
                    </a:lnTo>
                    <a:lnTo>
                      <a:pt x="312" y="13143"/>
                    </a:lnTo>
                    <a:lnTo>
                      <a:pt x="468" y="13376"/>
                    </a:lnTo>
                    <a:lnTo>
                      <a:pt x="643" y="13610"/>
                    </a:lnTo>
                    <a:lnTo>
                      <a:pt x="857" y="13824"/>
                    </a:lnTo>
                    <a:lnTo>
                      <a:pt x="1091" y="14038"/>
                    </a:lnTo>
                    <a:lnTo>
                      <a:pt x="1325" y="14214"/>
                    </a:lnTo>
                    <a:lnTo>
                      <a:pt x="1597" y="14389"/>
                    </a:lnTo>
                    <a:lnTo>
                      <a:pt x="1870" y="14564"/>
                    </a:lnTo>
                    <a:lnTo>
                      <a:pt x="2142" y="14720"/>
                    </a:lnTo>
                    <a:lnTo>
                      <a:pt x="2434" y="14856"/>
                    </a:lnTo>
                    <a:lnTo>
                      <a:pt x="2726" y="14992"/>
                    </a:lnTo>
                    <a:lnTo>
                      <a:pt x="3310" y="15226"/>
                    </a:lnTo>
                    <a:lnTo>
                      <a:pt x="4576" y="15674"/>
                    </a:lnTo>
                    <a:lnTo>
                      <a:pt x="5841" y="16083"/>
                    </a:lnTo>
                    <a:lnTo>
                      <a:pt x="7126" y="16472"/>
                    </a:lnTo>
                    <a:lnTo>
                      <a:pt x="8411" y="16803"/>
                    </a:lnTo>
                    <a:lnTo>
                      <a:pt x="9716" y="17134"/>
                    </a:lnTo>
                    <a:lnTo>
                      <a:pt x="11020" y="17426"/>
                    </a:lnTo>
                    <a:lnTo>
                      <a:pt x="12344" y="17679"/>
                    </a:lnTo>
                    <a:lnTo>
                      <a:pt x="13649" y="17913"/>
                    </a:lnTo>
                    <a:lnTo>
                      <a:pt x="14973" y="18127"/>
                    </a:lnTo>
                    <a:lnTo>
                      <a:pt x="16297" y="18322"/>
                    </a:lnTo>
                    <a:lnTo>
                      <a:pt x="17621" y="18497"/>
                    </a:lnTo>
                    <a:lnTo>
                      <a:pt x="18964" y="18653"/>
                    </a:lnTo>
                    <a:lnTo>
                      <a:pt x="20288" y="18789"/>
                    </a:lnTo>
                    <a:lnTo>
                      <a:pt x="21612" y="18925"/>
                    </a:lnTo>
                    <a:lnTo>
                      <a:pt x="22955" y="19022"/>
                    </a:lnTo>
                    <a:lnTo>
                      <a:pt x="24279" y="19120"/>
                    </a:lnTo>
                    <a:lnTo>
                      <a:pt x="26946" y="19295"/>
                    </a:lnTo>
                    <a:lnTo>
                      <a:pt x="29614" y="19431"/>
                    </a:lnTo>
                    <a:lnTo>
                      <a:pt x="30256" y="19470"/>
                    </a:lnTo>
                    <a:lnTo>
                      <a:pt x="30821" y="19509"/>
                    </a:lnTo>
                    <a:lnTo>
                      <a:pt x="31093" y="19529"/>
                    </a:lnTo>
                    <a:lnTo>
                      <a:pt x="31327" y="19509"/>
                    </a:lnTo>
                    <a:lnTo>
                      <a:pt x="31561" y="19490"/>
                    </a:lnTo>
                    <a:lnTo>
                      <a:pt x="31755" y="19451"/>
                    </a:lnTo>
                    <a:lnTo>
                      <a:pt x="31931" y="19392"/>
                    </a:lnTo>
                    <a:lnTo>
                      <a:pt x="32086" y="19295"/>
                    </a:lnTo>
                    <a:lnTo>
                      <a:pt x="32223" y="19159"/>
                    </a:lnTo>
                    <a:lnTo>
                      <a:pt x="32339" y="19003"/>
                    </a:lnTo>
                    <a:lnTo>
                      <a:pt x="32417" y="18789"/>
                    </a:lnTo>
                    <a:lnTo>
                      <a:pt x="32476" y="18516"/>
                    </a:lnTo>
                    <a:lnTo>
                      <a:pt x="32495" y="18224"/>
                    </a:lnTo>
                    <a:lnTo>
                      <a:pt x="32495" y="17854"/>
                    </a:lnTo>
                    <a:lnTo>
                      <a:pt x="32456" y="17309"/>
                    </a:lnTo>
                    <a:lnTo>
                      <a:pt x="32398" y="16764"/>
                    </a:lnTo>
                    <a:lnTo>
                      <a:pt x="32320" y="16219"/>
                    </a:lnTo>
                    <a:lnTo>
                      <a:pt x="32223" y="15674"/>
                    </a:lnTo>
                    <a:lnTo>
                      <a:pt x="32106" y="15129"/>
                    </a:lnTo>
                    <a:lnTo>
                      <a:pt x="31969" y="14583"/>
                    </a:lnTo>
                    <a:lnTo>
                      <a:pt x="31833" y="14038"/>
                    </a:lnTo>
                    <a:lnTo>
                      <a:pt x="31658" y="13513"/>
                    </a:lnTo>
                    <a:lnTo>
                      <a:pt x="31483" y="12967"/>
                    </a:lnTo>
                    <a:lnTo>
                      <a:pt x="31288" y="12442"/>
                    </a:lnTo>
                    <a:lnTo>
                      <a:pt x="31093" y="11936"/>
                    </a:lnTo>
                    <a:lnTo>
                      <a:pt x="30860" y="11410"/>
                    </a:lnTo>
                    <a:lnTo>
                      <a:pt x="30646" y="10904"/>
                    </a:lnTo>
                    <a:lnTo>
                      <a:pt x="30392" y="10417"/>
                    </a:lnTo>
                    <a:lnTo>
                      <a:pt x="30159" y="9930"/>
                    </a:lnTo>
                    <a:lnTo>
                      <a:pt x="29886" y="9443"/>
                    </a:lnTo>
                    <a:lnTo>
                      <a:pt x="29594" y="8918"/>
                    </a:lnTo>
                    <a:lnTo>
                      <a:pt x="29263" y="8392"/>
                    </a:lnTo>
                    <a:lnTo>
                      <a:pt x="28932" y="7866"/>
                    </a:lnTo>
                    <a:lnTo>
                      <a:pt x="28582" y="7360"/>
                    </a:lnTo>
                    <a:lnTo>
                      <a:pt x="28212" y="6874"/>
                    </a:lnTo>
                    <a:lnTo>
                      <a:pt x="27842" y="6387"/>
                    </a:lnTo>
                    <a:lnTo>
                      <a:pt x="27453" y="5920"/>
                    </a:lnTo>
                    <a:lnTo>
                      <a:pt x="27044" y="5452"/>
                    </a:lnTo>
                    <a:lnTo>
                      <a:pt x="26615" y="5004"/>
                    </a:lnTo>
                    <a:lnTo>
                      <a:pt x="26187" y="4576"/>
                    </a:lnTo>
                    <a:lnTo>
                      <a:pt x="25739" y="4148"/>
                    </a:lnTo>
                    <a:lnTo>
                      <a:pt x="25291" y="3739"/>
                    </a:lnTo>
                    <a:lnTo>
                      <a:pt x="24824" y="3330"/>
                    </a:lnTo>
                    <a:lnTo>
                      <a:pt x="24337" y="2960"/>
                    </a:lnTo>
                    <a:lnTo>
                      <a:pt x="23851" y="2590"/>
                    </a:lnTo>
                    <a:lnTo>
                      <a:pt x="23345" y="2240"/>
                    </a:lnTo>
                    <a:lnTo>
                      <a:pt x="22605" y="1773"/>
                    </a:lnTo>
                    <a:lnTo>
                      <a:pt x="22215" y="1539"/>
                    </a:lnTo>
                    <a:lnTo>
                      <a:pt x="21826" y="1325"/>
                    </a:lnTo>
                    <a:lnTo>
                      <a:pt x="21437" y="1130"/>
                    </a:lnTo>
                    <a:lnTo>
                      <a:pt x="21047" y="935"/>
                    </a:lnTo>
                    <a:lnTo>
                      <a:pt x="20638" y="760"/>
                    </a:lnTo>
                    <a:lnTo>
                      <a:pt x="20229" y="604"/>
                    </a:lnTo>
                    <a:lnTo>
                      <a:pt x="19801" y="449"/>
                    </a:lnTo>
                    <a:lnTo>
                      <a:pt x="19392" y="332"/>
                    </a:lnTo>
                    <a:lnTo>
                      <a:pt x="18964" y="234"/>
                    </a:lnTo>
                    <a:lnTo>
                      <a:pt x="18536" y="137"/>
                    </a:lnTo>
                    <a:lnTo>
                      <a:pt x="18107" y="79"/>
                    </a:lnTo>
                    <a:lnTo>
                      <a:pt x="17679" y="20"/>
                    </a:lnTo>
                    <a:lnTo>
                      <a:pt x="17231" y="1"/>
                    </a:lnTo>
                    <a:close/>
                  </a:path>
                </a:pathLst>
              </a:custGeom>
              <a:solidFill>
                <a:srgbClr val="936C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49" name="Google Shape;7149;p32"/>
              <p:cNvSpPr/>
              <p:nvPr/>
            </p:nvSpPr>
            <p:spPr>
              <a:xfrm>
                <a:off x="10839050" y="2681613"/>
                <a:ext cx="12700" cy="11440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4576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96" y="799"/>
                    </a:lnTo>
                    <a:lnTo>
                      <a:pt x="332" y="1597"/>
                    </a:lnTo>
                    <a:lnTo>
                      <a:pt x="449" y="2395"/>
                    </a:lnTo>
                    <a:lnTo>
                      <a:pt x="507" y="3193"/>
                    </a:lnTo>
                    <a:lnTo>
                      <a:pt x="507" y="3193"/>
                    </a:lnTo>
                    <a:lnTo>
                      <a:pt x="507" y="3446"/>
                    </a:lnTo>
                    <a:lnTo>
                      <a:pt x="507" y="3680"/>
                    </a:lnTo>
                    <a:lnTo>
                      <a:pt x="468" y="3894"/>
                    </a:lnTo>
                    <a:lnTo>
                      <a:pt x="429" y="4069"/>
                    </a:lnTo>
                    <a:lnTo>
                      <a:pt x="390" y="4225"/>
                    </a:lnTo>
                    <a:lnTo>
                      <a:pt x="332" y="4361"/>
                    </a:lnTo>
                    <a:lnTo>
                      <a:pt x="254" y="4478"/>
                    </a:lnTo>
                    <a:lnTo>
                      <a:pt x="157" y="4576"/>
                    </a:lnTo>
                    <a:lnTo>
                      <a:pt x="157" y="4576"/>
                    </a:lnTo>
                    <a:lnTo>
                      <a:pt x="254" y="4478"/>
                    </a:lnTo>
                    <a:lnTo>
                      <a:pt x="332" y="4361"/>
                    </a:lnTo>
                    <a:lnTo>
                      <a:pt x="390" y="4225"/>
                    </a:lnTo>
                    <a:lnTo>
                      <a:pt x="429" y="4069"/>
                    </a:lnTo>
                    <a:lnTo>
                      <a:pt x="468" y="3894"/>
                    </a:lnTo>
                    <a:lnTo>
                      <a:pt x="507" y="3680"/>
                    </a:lnTo>
                    <a:lnTo>
                      <a:pt x="507" y="3446"/>
                    </a:lnTo>
                    <a:lnTo>
                      <a:pt x="507" y="3193"/>
                    </a:lnTo>
                    <a:lnTo>
                      <a:pt x="507" y="3193"/>
                    </a:lnTo>
                    <a:lnTo>
                      <a:pt x="449" y="2395"/>
                    </a:lnTo>
                    <a:lnTo>
                      <a:pt x="332" y="1597"/>
                    </a:lnTo>
                    <a:lnTo>
                      <a:pt x="196" y="79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50" name="Google Shape;7150;p32"/>
              <p:cNvSpPr/>
              <p:nvPr/>
            </p:nvSpPr>
            <p:spPr>
              <a:xfrm>
                <a:off x="10839050" y="2681613"/>
                <a:ext cx="12700" cy="11440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4576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96" y="799"/>
                    </a:lnTo>
                    <a:lnTo>
                      <a:pt x="332" y="1597"/>
                    </a:lnTo>
                    <a:lnTo>
                      <a:pt x="449" y="2395"/>
                    </a:lnTo>
                    <a:lnTo>
                      <a:pt x="507" y="3193"/>
                    </a:lnTo>
                    <a:lnTo>
                      <a:pt x="507" y="3193"/>
                    </a:lnTo>
                    <a:lnTo>
                      <a:pt x="507" y="3446"/>
                    </a:lnTo>
                    <a:lnTo>
                      <a:pt x="507" y="3680"/>
                    </a:lnTo>
                    <a:lnTo>
                      <a:pt x="468" y="3894"/>
                    </a:lnTo>
                    <a:lnTo>
                      <a:pt x="429" y="4069"/>
                    </a:lnTo>
                    <a:lnTo>
                      <a:pt x="390" y="4225"/>
                    </a:lnTo>
                    <a:lnTo>
                      <a:pt x="332" y="4361"/>
                    </a:lnTo>
                    <a:lnTo>
                      <a:pt x="254" y="4478"/>
                    </a:lnTo>
                    <a:lnTo>
                      <a:pt x="157" y="4576"/>
                    </a:lnTo>
                    <a:lnTo>
                      <a:pt x="157" y="4576"/>
                    </a:lnTo>
                    <a:lnTo>
                      <a:pt x="254" y="4478"/>
                    </a:lnTo>
                    <a:lnTo>
                      <a:pt x="332" y="4361"/>
                    </a:lnTo>
                    <a:lnTo>
                      <a:pt x="390" y="4225"/>
                    </a:lnTo>
                    <a:lnTo>
                      <a:pt x="429" y="4069"/>
                    </a:lnTo>
                    <a:lnTo>
                      <a:pt x="468" y="3894"/>
                    </a:lnTo>
                    <a:lnTo>
                      <a:pt x="507" y="3680"/>
                    </a:lnTo>
                    <a:lnTo>
                      <a:pt x="507" y="3446"/>
                    </a:lnTo>
                    <a:lnTo>
                      <a:pt x="507" y="3193"/>
                    </a:lnTo>
                    <a:lnTo>
                      <a:pt x="507" y="3193"/>
                    </a:lnTo>
                    <a:lnTo>
                      <a:pt x="449" y="2395"/>
                    </a:lnTo>
                    <a:lnTo>
                      <a:pt x="332" y="1597"/>
                    </a:lnTo>
                    <a:lnTo>
                      <a:pt x="196" y="799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51" name="Google Shape;7151;p32"/>
              <p:cNvSpPr/>
              <p:nvPr/>
            </p:nvSpPr>
            <p:spPr>
              <a:xfrm>
                <a:off x="10742675" y="2798913"/>
                <a:ext cx="75975" cy="4400"/>
              </a:xfrm>
              <a:custGeom>
                <a:avLst/>
                <a:gdLst/>
                <a:ahLst/>
                <a:cxnLst/>
                <a:rect l="l" t="t" r="r" b="b"/>
                <a:pathLst>
                  <a:path w="3039" h="176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481" y="78"/>
                    </a:lnTo>
                    <a:lnTo>
                      <a:pt x="1481" y="78"/>
                    </a:lnTo>
                    <a:lnTo>
                      <a:pt x="2318" y="137"/>
                    </a:lnTo>
                    <a:lnTo>
                      <a:pt x="2688" y="156"/>
                    </a:lnTo>
                    <a:lnTo>
                      <a:pt x="3038" y="176"/>
                    </a:lnTo>
                    <a:lnTo>
                      <a:pt x="3038" y="176"/>
                    </a:lnTo>
                    <a:lnTo>
                      <a:pt x="3038" y="176"/>
                    </a:lnTo>
                    <a:lnTo>
                      <a:pt x="2688" y="156"/>
                    </a:lnTo>
                    <a:lnTo>
                      <a:pt x="2318" y="137"/>
                    </a:lnTo>
                    <a:lnTo>
                      <a:pt x="1481" y="78"/>
                    </a:lnTo>
                    <a:lnTo>
                      <a:pt x="1481" y="7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52" name="Google Shape;7152;p32"/>
              <p:cNvSpPr/>
              <p:nvPr/>
            </p:nvSpPr>
            <p:spPr>
              <a:xfrm>
                <a:off x="10742675" y="2798913"/>
                <a:ext cx="75975" cy="4400"/>
              </a:xfrm>
              <a:custGeom>
                <a:avLst/>
                <a:gdLst/>
                <a:ahLst/>
                <a:cxnLst/>
                <a:rect l="l" t="t" r="r" b="b"/>
                <a:pathLst>
                  <a:path w="3039" h="176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481" y="78"/>
                    </a:lnTo>
                    <a:lnTo>
                      <a:pt x="1481" y="78"/>
                    </a:lnTo>
                    <a:lnTo>
                      <a:pt x="2318" y="137"/>
                    </a:lnTo>
                    <a:lnTo>
                      <a:pt x="2688" y="156"/>
                    </a:lnTo>
                    <a:lnTo>
                      <a:pt x="3038" y="176"/>
                    </a:lnTo>
                    <a:lnTo>
                      <a:pt x="3038" y="176"/>
                    </a:lnTo>
                    <a:lnTo>
                      <a:pt x="3038" y="176"/>
                    </a:lnTo>
                    <a:lnTo>
                      <a:pt x="2688" y="156"/>
                    </a:lnTo>
                    <a:lnTo>
                      <a:pt x="2318" y="137"/>
                    </a:lnTo>
                    <a:lnTo>
                      <a:pt x="1481" y="78"/>
                    </a:lnTo>
                    <a:lnTo>
                      <a:pt x="1481" y="78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53" name="Google Shape;7153;p32"/>
              <p:cNvSpPr/>
              <p:nvPr/>
            </p:nvSpPr>
            <p:spPr>
              <a:xfrm>
                <a:off x="10139625" y="2433363"/>
                <a:ext cx="712125" cy="369950"/>
              </a:xfrm>
              <a:custGeom>
                <a:avLst/>
                <a:gdLst/>
                <a:ahLst/>
                <a:cxnLst/>
                <a:rect l="l" t="t" r="r" b="b"/>
                <a:pathLst>
                  <a:path w="28485" h="14798" extrusionOk="0">
                    <a:moveTo>
                      <a:pt x="16452" y="1"/>
                    </a:moveTo>
                    <a:lnTo>
                      <a:pt x="16024" y="40"/>
                    </a:lnTo>
                    <a:lnTo>
                      <a:pt x="15615" y="79"/>
                    </a:lnTo>
                    <a:lnTo>
                      <a:pt x="15206" y="157"/>
                    </a:lnTo>
                    <a:lnTo>
                      <a:pt x="14797" y="235"/>
                    </a:lnTo>
                    <a:lnTo>
                      <a:pt x="14388" y="332"/>
                    </a:lnTo>
                    <a:lnTo>
                      <a:pt x="13979" y="468"/>
                    </a:lnTo>
                    <a:lnTo>
                      <a:pt x="13590" y="585"/>
                    </a:lnTo>
                    <a:lnTo>
                      <a:pt x="13201" y="741"/>
                    </a:lnTo>
                    <a:lnTo>
                      <a:pt x="12811" y="896"/>
                    </a:lnTo>
                    <a:lnTo>
                      <a:pt x="12422" y="1072"/>
                    </a:lnTo>
                    <a:lnTo>
                      <a:pt x="11663" y="1461"/>
                    </a:lnTo>
                    <a:lnTo>
                      <a:pt x="10923" y="1870"/>
                    </a:lnTo>
                    <a:lnTo>
                      <a:pt x="10183" y="2298"/>
                    </a:lnTo>
                    <a:lnTo>
                      <a:pt x="8976" y="3038"/>
                    </a:lnTo>
                    <a:lnTo>
                      <a:pt x="7788" y="3836"/>
                    </a:lnTo>
                    <a:lnTo>
                      <a:pt x="6639" y="4654"/>
                    </a:lnTo>
                    <a:lnTo>
                      <a:pt x="5491" y="5511"/>
                    </a:lnTo>
                    <a:lnTo>
                      <a:pt x="4381" y="6406"/>
                    </a:lnTo>
                    <a:lnTo>
                      <a:pt x="3291" y="7341"/>
                    </a:lnTo>
                    <a:lnTo>
                      <a:pt x="2239" y="8295"/>
                    </a:lnTo>
                    <a:lnTo>
                      <a:pt x="1207" y="9268"/>
                    </a:lnTo>
                    <a:lnTo>
                      <a:pt x="876" y="9619"/>
                    </a:lnTo>
                    <a:lnTo>
                      <a:pt x="546" y="9969"/>
                    </a:lnTo>
                    <a:lnTo>
                      <a:pt x="253" y="10359"/>
                    </a:lnTo>
                    <a:lnTo>
                      <a:pt x="137" y="10553"/>
                    </a:lnTo>
                    <a:lnTo>
                      <a:pt x="0" y="10748"/>
                    </a:lnTo>
                    <a:lnTo>
                      <a:pt x="1227" y="11157"/>
                    </a:lnTo>
                    <a:lnTo>
                      <a:pt x="2473" y="11546"/>
                    </a:lnTo>
                    <a:lnTo>
                      <a:pt x="3700" y="11897"/>
                    </a:lnTo>
                    <a:lnTo>
                      <a:pt x="4965" y="12208"/>
                    </a:lnTo>
                    <a:lnTo>
                      <a:pt x="6211" y="12500"/>
                    </a:lnTo>
                    <a:lnTo>
                      <a:pt x="7477" y="12773"/>
                    </a:lnTo>
                    <a:lnTo>
                      <a:pt x="8742" y="13026"/>
                    </a:lnTo>
                    <a:lnTo>
                      <a:pt x="10008" y="13240"/>
                    </a:lnTo>
                    <a:lnTo>
                      <a:pt x="11293" y="13454"/>
                    </a:lnTo>
                    <a:lnTo>
                      <a:pt x="12558" y="13630"/>
                    </a:lnTo>
                    <a:lnTo>
                      <a:pt x="13843" y="13805"/>
                    </a:lnTo>
                    <a:lnTo>
                      <a:pt x="15128" y="13941"/>
                    </a:lnTo>
                    <a:lnTo>
                      <a:pt x="16413" y="14077"/>
                    </a:lnTo>
                    <a:lnTo>
                      <a:pt x="17698" y="14194"/>
                    </a:lnTo>
                    <a:lnTo>
                      <a:pt x="20268" y="14389"/>
                    </a:lnTo>
                    <a:lnTo>
                      <a:pt x="22196" y="14506"/>
                    </a:lnTo>
                    <a:lnTo>
                      <a:pt x="24123" y="14622"/>
                    </a:lnTo>
                    <a:lnTo>
                      <a:pt x="25603" y="14700"/>
                    </a:lnTo>
                    <a:lnTo>
                      <a:pt x="26440" y="14759"/>
                    </a:lnTo>
                    <a:lnTo>
                      <a:pt x="26810" y="14778"/>
                    </a:lnTo>
                    <a:lnTo>
                      <a:pt x="27160" y="14798"/>
                    </a:lnTo>
                    <a:lnTo>
                      <a:pt x="27452" y="14778"/>
                    </a:lnTo>
                    <a:lnTo>
                      <a:pt x="27725" y="14739"/>
                    </a:lnTo>
                    <a:lnTo>
                      <a:pt x="27842" y="14700"/>
                    </a:lnTo>
                    <a:lnTo>
                      <a:pt x="27939" y="14642"/>
                    </a:lnTo>
                    <a:lnTo>
                      <a:pt x="28056" y="14584"/>
                    </a:lnTo>
                    <a:lnTo>
                      <a:pt x="28134" y="14506"/>
                    </a:lnTo>
                    <a:lnTo>
                      <a:pt x="28231" y="14408"/>
                    </a:lnTo>
                    <a:lnTo>
                      <a:pt x="28309" y="14291"/>
                    </a:lnTo>
                    <a:lnTo>
                      <a:pt x="28367" y="14155"/>
                    </a:lnTo>
                    <a:lnTo>
                      <a:pt x="28406" y="13999"/>
                    </a:lnTo>
                    <a:lnTo>
                      <a:pt x="28445" y="13824"/>
                    </a:lnTo>
                    <a:lnTo>
                      <a:pt x="28484" y="13610"/>
                    </a:lnTo>
                    <a:lnTo>
                      <a:pt x="28484" y="13376"/>
                    </a:lnTo>
                    <a:lnTo>
                      <a:pt x="28484" y="13123"/>
                    </a:lnTo>
                    <a:lnTo>
                      <a:pt x="28426" y="12325"/>
                    </a:lnTo>
                    <a:lnTo>
                      <a:pt x="28309" y="11527"/>
                    </a:lnTo>
                    <a:lnTo>
                      <a:pt x="28173" y="10729"/>
                    </a:lnTo>
                    <a:lnTo>
                      <a:pt x="27978" y="9930"/>
                    </a:lnTo>
                    <a:lnTo>
                      <a:pt x="27803" y="9249"/>
                    </a:lnTo>
                    <a:lnTo>
                      <a:pt x="27589" y="8567"/>
                    </a:lnTo>
                    <a:lnTo>
                      <a:pt x="27355" y="7886"/>
                    </a:lnTo>
                    <a:lnTo>
                      <a:pt x="27082" y="7224"/>
                    </a:lnTo>
                    <a:lnTo>
                      <a:pt x="26810" y="6582"/>
                    </a:lnTo>
                    <a:lnTo>
                      <a:pt x="26518" y="5939"/>
                    </a:lnTo>
                    <a:lnTo>
                      <a:pt x="26206" y="5316"/>
                    </a:lnTo>
                    <a:lnTo>
                      <a:pt x="25875" y="4712"/>
                    </a:lnTo>
                    <a:lnTo>
                      <a:pt x="25758" y="4498"/>
                    </a:lnTo>
                    <a:lnTo>
                      <a:pt x="25096" y="3895"/>
                    </a:lnTo>
                    <a:lnTo>
                      <a:pt x="24415" y="3311"/>
                    </a:lnTo>
                    <a:lnTo>
                      <a:pt x="23714" y="2766"/>
                    </a:lnTo>
                    <a:lnTo>
                      <a:pt x="22994" y="2240"/>
                    </a:lnTo>
                    <a:lnTo>
                      <a:pt x="22273" y="1792"/>
                    </a:lnTo>
                    <a:lnTo>
                      <a:pt x="21534" y="1364"/>
                    </a:lnTo>
                    <a:lnTo>
                      <a:pt x="21164" y="1169"/>
                    </a:lnTo>
                    <a:lnTo>
                      <a:pt x="20774" y="974"/>
                    </a:lnTo>
                    <a:lnTo>
                      <a:pt x="20385" y="799"/>
                    </a:lnTo>
                    <a:lnTo>
                      <a:pt x="19995" y="643"/>
                    </a:lnTo>
                    <a:lnTo>
                      <a:pt x="19587" y="507"/>
                    </a:lnTo>
                    <a:lnTo>
                      <a:pt x="19178" y="390"/>
                    </a:lnTo>
                    <a:lnTo>
                      <a:pt x="18788" y="273"/>
                    </a:lnTo>
                    <a:lnTo>
                      <a:pt x="18380" y="176"/>
                    </a:lnTo>
                    <a:lnTo>
                      <a:pt x="17951" y="98"/>
                    </a:lnTo>
                    <a:lnTo>
                      <a:pt x="17542" y="59"/>
                    </a:lnTo>
                    <a:lnTo>
                      <a:pt x="17133" y="20"/>
                    </a:lnTo>
                    <a:lnTo>
                      <a:pt x="16705" y="1"/>
                    </a:lnTo>
                    <a:close/>
                  </a:path>
                </a:pathLst>
              </a:custGeom>
              <a:solidFill>
                <a:srgbClr val="000000">
                  <a:alpha val="217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54" name="Google Shape;7154;p32"/>
              <p:cNvSpPr/>
              <p:nvPr/>
            </p:nvSpPr>
            <p:spPr>
              <a:xfrm>
                <a:off x="10139625" y="2433363"/>
                <a:ext cx="712125" cy="369950"/>
              </a:xfrm>
              <a:custGeom>
                <a:avLst/>
                <a:gdLst/>
                <a:ahLst/>
                <a:cxnLst/>
                <a:rect l="l" t="t" r="r" b="b"/>
                <a:pathLst>
                  <a:path w="28485" h="14798" fill="none" extrusionOk="0">
                    <a:moveTo>
                      <a:pt x="16705" y="1"/>
                    </a:moveTo>
                    <a:lnTo>
                      <a:pt x="16705" y="1"/>
                    </a:lnTo>
                    <a:lnTo>
                      <a:pt x="16452" y="1"/>
                    </a:lnTo>
                    <a:lnTo>
                      <a:pt x="16452" y="1"/>
                    </a:lnTo>
                    <a:lnTo>
                      <a:pt x="16024" y="40"/>
                    </a:lnTo>
                    <a:lnTo>
                      <a:pt x="15615" y="79"/>
                    </a:lnTo>
                    <a:lnTo>
                      <a:pt x="15206" y="157"/>
                    </a:lnTo>
                    <a:lnTo>
                      <a:pt x="14797" y="235"/>
                    </a:lnTo>
                    <a:lnTo>
                      <a:pt x="14388" y="332"/>
                    </a:lnTo>
                    <a:lnTo>
                      <a:pt x="13979" y="468"/>
                    </a:lnTo>
                    <a:lnTo>
                      <a:pt x="13590" y="585"/>
                    </a:lnTo>
                    <a:lnTo>
                      <a:pt x="13201" y="741"/>
                    </a:lnTo>
                    <a:lnTo>
                      <a:pt x="12811" y="896"/>
                    </a:lnTo>
                    <a:lnTo>
                      <a:pt x="12422" y="1072"/>
                    </a:lnTo>
                    <a:lnTo>
                      <a:pt x="11663" y="1461"/>
                    </a:lnTo>
                    <a:lnTo>
                      <a:pt x="10923" y="1870"/>
                    </a:lnTo>
                    <a:lnTo>
                      <a:pt x="10183" y="2298"/>
                    </a:lnTo>
                    <a:lnTo>
                      <a:pt x="10183" y="2298"/>
                    </a:lnTo>
                    <a:lnTo>
                      <a:pt x="8976" y="3038"/>
                    </a:lnTo>
                    <a:lnTo>
                      <a:pt x="7788" y="3836"/>
                    </a:lnTo>
                    <a:lnTo>
                      <a:pt x="6639" y="4654"/>
                    </a:lnTo>
                    <a:lnTo>
                      <a:pt x="5491" y="5511"/>
                    </a:lnTo>
                    <a:lnTo>
                      <a:pt x="4381" y="6406"/>
                    </a:lnTo>
                    <a:lnTo>
                      <a:pt x="3291" y="7341"/>
                    </a:lnTo>
                    <a:lnTo>
                      <a:pt x="2239" y="8295"/>
                    </a:lnTo>
                    <a:lnTo>
                      <a:pt x="1207" y="9268"/>
                    </a:lnTo>
                    <a:lnTo>
                      <a:pt x="1207" y="9268"/>
                    </a:lnTo>
                    <a:lnTo>
                      <a:pt x="876" y="9619"/>
                    </a:lnTo>
                    <a:lnTo>
                      <a:pt x="546" y="9969"/>
                    </a:lnTo>
                    <a:lnTo>
                      <a:pt x="253" y="10359"/>
                    </a:lnTo>
                    <a:lnTo>
                      <a:pt x="137" y="10553"/>
                    </a:lnTo>
                    <a:lnTo>
                      <a:pt x="0" y="10748"/>
                    </a:lnTo>
                    <a:lnTo>
                      <a:pt x="0" y="10748"/>
                    </a:lnTo>
                    <a:lnTo>
                      <a:pt x="1227" y="11157"/>
                    </a:lnTo>
                    <a:lnTo>
                      <a:pt x="2473" y="11546"/>
                    </a:lnTo>
                    <a:lnTo>
                      <a:pt x="3700" y="11897"/>
                    </a:lnTo>
                    <a:lnTo>
                      <a:pt x="4965" y="12208"/>
                    </a:lnTo>
                    <a:lnTo>
                      <a:pt x="6211" y="12500"/>
                    </a:lnTo>
                    <a:lnTo>
                      <a:pt x="7477" y="12773"/>
                    </a:lnTo>
                    <a:lnTo>
                      <a:pt x="8742" y="13026"/>
                    </a:lnTo>
                    <a:lnTo>
                      <a:pt x="10008" y="13240"/>
                    </a:lnTo>
                    <a:lnTo>
                      <a:pt x="11293" y="13454"/>
                    </a:lnTo>
                    <a:lnTo>
                      <a:pt x="12558" y="13630"/>
                    </a:lnTo>
                    <a:lnTo>
                      <a:pt x="13843" y="13805"/>
                    </a:lnTo>
                    <a:lnTo>
                      <a:pt x="15128" y="13941"/>
                    </a:lnTo>
                    <a:lnTo>
                      <a:pt x="16413" y="14077"/>
                    </a:lnTo>
                    <a:lnTo>
                      <a:pt x="17698" y="14194"/>
                    </a:lnTo>
                    <a:lnTo>
                      <a:pt x="20268" y="14389"/>
                    </a:lnTo>
                    <a:lnTo>
                      <a:pt x="20268" y="14389"/>
                    </a:lnTo>
                    <a:lnTo>
                      <a:pt x="22196" y="14506"/>
                    </a:lnTo>
                    <a:lnTo>
                      <a:pt x="24123" y="14622"/>
                    </a:lnTo>
                    <a:lnTo>
                      <a:pt x="24123" y="14622"/>
                    </a:lnTo>
                    <a:lnTo>
                      <a:pt x="25603" y="14700"/>
                    </a:lnTo>
                    <a:lnTo>
                      <a:pt x="25603" y="14700"/>
                    </a:lnTo>
                    <a:lnTo>
                      <a:pt x="26440" y="14759"/>
                    </a:lnTo>
                    <a:lnTo>
                      <a:pt x="26810" y="14778"/>
                    </a:lnTo>
                    <a:lnTo>
                      <a:pt x="27160" y="14798"/>
                    </a:lnTo>
                    <a:lnTo>
                      <a:pt x="27160" y="14798"/>
                    </a:lnTo>
                    <a:lnTo>
                      <a:pt x="27452" y="14778"/>
                    </a:lnTo>
                    <a:lnTo>
                      <a:pt x="27725" y="14739"/>
                    </a:lnTo>
                    <a:lnTo>
                      <a:pt x="27842" y="14700"/>
                    </a:lnTo>
                    <a:lnTo>
                      <a:pt x="27939" y="14642"/>
                    </a:lnTo>
                    <a:lnTo>
                      <a:pt x="28056" y="14584"/>
                    </a:lnTo>
                    <a:lnTo>
                      <a:pt x="28134" y="14506"/>
                    </a:lnTo>
                    <a:lnTo>
                      <a:pt x="28134" y="14506"/>
                    </a:lnTo>
                    <a:lnTo>
                      <a:pt x="28231" y="14408"/>
                    </a:lnTo>
                    <a:lnTo>
                      <a:pt x="28309" y="14291"/>
                    </a:lnTo>
                    <a:lnTo>
                      <a:pt x="28367" y="14155"/>
                    </a:lnTo>
                    <a:lnTo>
                      <a:pt x="28406" y="13999"/>
                    </a:lnTo>
                    <a:lnTo>
                      <a:pt x="28445" y="13824"/>
                    </a:lnTo>
                    <a:lnTo>
                      <a:pt x="28484" y="13610"/>
                    </a:lnTo>
                    <a:lnTo>
                      <a:pt x="28484" y="13376"/>
                    </a:lnTo>
                    <a:lnTo>
                      <a:pt x="28484" y="13123"/>
                    </a:lnTo>
                    <a:lnTo>
                      <a:pt x="28484" y="13123"/>
                    </a:lnTo>
                    <a:lnTo>
                      <a:pt x="28426" y="12325"/>
                    </a:lnTo>
                    <a:lnTo>
                      <a:pt x="28309" y="11527"/>
                    </a:lnTo>
                    <a:lnTo>
                      <a:pt x="28173" y="10729"/>
                    </a:lnTo>
                    <a:lnTo>
                      <a:pt x="27978" y="9930"/>
                    </a:lnTo>
                    <a:lnTo>
                      <a:pt x="27978" y="9930"/>
                    </a:lnTo>
                    <a:lnTo>
                      <a:pt x="27803" y="9249"/>
                    </a:lnTo>
                    <a:lnTo>
                      <a:pt x="27589" y="8567"/>
                    </a:lnTo>
                    <a:lnTo>
                      <a:pt x="27355" y="7886"/>
                    </a:lnTo>
                    <a:lnTo>
                      <a:pt x="27082" y="7224"/>
                    </a:lnTo>
                    <a:lnTo>
                      <a:pt x="26810" y="6582"/>
                    </a:lnTo>
                    <a:lnTo>
                      <a:pt x="26518" y="5939"/>
                    </a:lnTo>
                    <a:lnTo>
                      <a:pt x="26206" y="5316"/>
                    </a:lnTo>
                    <a:lnTo>
                      <a:pt x="25875" y="4712"/>
                    </a:lnTo>
                    <a:lnTo>
                      <a:pt x="25875" y="4712"/>
                    </a:lnTo>
                    <a:lnTo>
                      <a:pt x="25875" y="4712"/>
                    </a:lnTo>
                    <a:lnTo>
                      <a:pt x="25875" y="4712"/>
                    </a:lnTo>
                    <a:lnTo>
                      <a:pt x="25758" y="4498"/>
                    </a:lnTo>
                    <a:lnTo>
                      <a:pt x="25758" y="4498"/>
                    </a:lnTo>
                    <a:lnTo>
                      <a:pt x="25096" y="3895"/>
                    </a:lnTo>
                    <a:lnTo>
                      <a:pt x="24415" y="3311"/>
                    </a:lnTo>
                    <a:lnTo>
                      <a:pt x="23714" y="2766"/>
                    </a:lnTo>
                    <a:lnTo>
                      <a:pt x="22994" y="2240"/>
                    </a:lnTo>
                    <a:lnTo>
                      <a:pt x="22994" y="2240"/>
                    </a:lnTo>
                    <a:lnTo>
                      <a:pt x="22273" y="1792"/>
                    </a:lnTo>
                    <a:lnTo>
                      <a:pt x="21534" y="1364"/>
                    </a:lnTo>
                    <a:lnTo>
                      <a:pt x="21164" y="1169"/>
                    </a:lnTo>
                    <a:lnTo>
                      <a:pt x="20774" y="974"/>
                    </a:lnTo>
                    <a:lnTo>
                      <a:pt x="20385" y="799"/>
                    </a:lnTo>
                    <a:lnTo>
                      <a:pt x="19995" y="643"/>
                    </a:lnTo>
                    <a:lnTo>
                      <a:pt x="19587" y="507"/>
                    </a:lnTo>
                    <a:lnTo>
                      <a:pt x="19178" y="390"/>
                    </a:lnTo>
                    <a:lnTo>
                      <a:pt x="18788" y="273"/>
                    </a:lnTo>
                    <a:lnTo>
                      <a:pt x="18380" y="176"/>
                    </a:lnTo>
                    <a:lnTo>
                      <a:pt x="17951" y="98"/>
                    </a:lnTo>
                    <a:lnTo>
                      <a:pt x="17542" y="59"/>
                    </a:lnTo>
                    <a:lnTo>
                      <a:pt x="17133" y="20"/>
                    </a:lnTo>
                    <a:lnTo>
                      <a:pt x="16705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7155" name="Google Shape;7155;p32"/>
          <p:cNvSpPr/>
          <p:nvPr/>
        </p:nvSpPr>
        <p:spPr>
          <a:xfrm>
            <a:off x="11431738" y="6260368"/>
            <a:ext cx="760255" cy="196005"/>
          </a:xfrm>
          <a:custGeom>
            <a:avLst/>
            <a:gdLst/>
            <a:ahLst/>
            <a:cxnLst/>
            <a:rect l="l" t="t" r="r" b="b"/>
            <a:pathLst>
              <a:path w="18573" h="4788" extrusionOk="0">
                <a:moveTo>
                  <a:pt x="11084" y="0"/>
                </a:moveTo>
                <a:lnTo>
                  <a:pt x="11010" y="38"/>
                </a:lnTo>
                <a:lnTo>
                  <a:pt x="10935" y="56"/>
                </a:lnTo>
                <a:lnTo>
                  <a:pt x="10879" y="112"/>
                </a:lnTo>
                <a:lnTo>
                  <a:pt x="10805" y="168"/>
                </a:lnTo>
                <a:lnTo>
                  <a:pt x="10749" y="243"/>
                </a:lnTo>
                <a:lnTo>
                  <a:pt x="10693" y="317"/>
                </a:lnTo>
                <a:lnTo>
                  <a:pt x="10581" y="541"/>
                </a:lnTo>
                <a:lnTo>
                  <a:pt x="10470" y="466"/>
                </a:lnTo>
                <a:lnTo>
                  <a:pt x="10339" y="410"/>
                </a:lnTo>
                <a:lnTo>
                  <a:pt x="10209" y="354"/>
                </a:lnTo>
                <a:lnTo>
                  <a:pt x="10078" y="336"/>
                </a:lnTo>
                <a:lnTo>
                  <a:pt x="9948" y="317"/>
                </a:lnTo>
                <a:lnTo>
                  <a:pt x="9818" y="317"/>
                </a:lnTo>
                <a:lnTo>
                  <a:pt x="9687" y="336"/>
                </a:lnTo>
                <a:lnTo>
                  <a:pt x="9557" y="354"/>
                </a:lnTo>
                <a:lnTo>
                  <a:pt x="9445" y="392"/>
                </a:lnTo>
                <a:lnTo>
                  <a:pt x="9333" y="448"/>
                </a:lnTo>
                <a:lnTo>
                  <a:pt x="9221" y="503"/>
                </a:lnTo>
                <a:lnTo>
                  <a:pt x="9128" y="578"/>
                </a:lnTo>
                <a:lnTo>
                  <a:pt x="9035" y="671"/>
                </a:lnTo>
                <a:lnTo>
                  <a:pt x="8961" y="764"/>
                </a:lnTo>
                <a:lnTo>
                  <a:pt x="8886" y="876"/>
                </a:lnTo>
                <a:lnTo>
                  <a:pt x="8830" y="988"/>
                </a:lnTo>
                <a:lnTo>
                  <a:pt x="8756" y="1118"/>
                </a:lnTo>
                <a:lnTo>
                  <a:pt x="8700" y="1211"/>
                </a:lnTo>
                <a:lnTo>
                  <a:pt x="8644" y="1286"/>
                </a:lnTo>
                <a:lnTo>
                  <a:pt x="8569" y="1360"/>
                </a:lnTo>
                <a:lnTo>
                  <a:pt x="8439" y="1435"/>
                </a:lnTo>
                <a:lnTo>
                  <a:pt x="8290" y="1491"/>
                </a:lnTo>
                <a:lnTo>
                  <a:pt x="8122" y="1584"/>
                </a:lnTo>
                <a:lnTo>
                  <a:pt x="8029" y="1640"/>
                </a:lnTo>
                <a:lnTo>
                  <a:pt x="7917" y="1733"/>
                </a:lnTo>
                <a:lnTo>
                  <a:pt x="7806" y="1845"/>
                </a:lnTo>
                <a:lnTo>
                  <a:pt x="7675" y="1975"/>
                </a:lnTo>
                <a:lnTo>
                  <a:pt x="7545" y="2143"/>
                </a:lnTo>
                <a:lnTo>
                  <a:pt x="7377" y="2348"/>
                </a:lnTo>
                <a:lnTo>
                  <a:pt x="7359" y="2199"/>
                </a:lnTo>
                <a:lnTo>
                  <a:pt x="7303" y="2068"/>
                </a:lnTo>
                <a:lnTo>
                  <a:pt x="7228" y="1956"/>
                </a:lnTo>
                <a:lnTo>
                  <a:pt x="7154" y="1863"/>
                </a:lnTo>
                <a:lnTo>
                  <a:pt x="7061" y="1789"/>
                </a:lnTo>
                <a:lnTo>
                  <a:pt x="6967" y="1714"/>
                </a:lnTo>
                <a:lnTo>
                  <a:pt x="6856" y="1677"/>
                </a:lnTo>
                <a:lnTo>
                  <a:pt x="6744" y="1640"/>
                </a:lnTo>
                <a:lnTo>
                  <a:pt x="6539" y="1603"/>
                </a:lnTo>
                <a:lnTo>
                  <a:pt x="6334" y="1603"/>
                </a:lnTo>
                <a:lnTo>
                  <a:pt x="6166" y="1640"/>
                </a:lnTo>
                <a:lnTo>
                  <a:pt x="6055" y="1696"/>
                </a:lnTo>
                <a:lnTo>
                  <a:pt x="6017" y="1621"/>
                </a:lnTo>
                <a:lnTo>
                  <a:pt x="5980" y="1547"/>
                </a:lnTo>
                <a:lnTo>
                  <a:pt x="5924" y="1491"/>
                </a:lnTo>
                <a:lnTo>
                  <a:pt x="5868" y="1435"/>
                </a:lnTo>
                <a:lnTo>
                  <a:pt x="5719" y="1342"/>
                </a:lnTo>
                <a:lnTo>
                  <a:pt x="5552" y="1286"/>
                </a:lnTo>
                <a:lnTo>
                  <a:pt x="5365" y="1249"/>
                </a:lnTo>
                <a:lnTo>
                  <a:pt x="5179" y="1249"/>
                </a:lnTo>
                <a:lnTo>
                  <a:pt x="4974" y="1267"/>
                </a:lnTo>
                <a:lnTo>
                  <a:pt x="4751" y="1323"/>
                </a:lnTo>
                <a:lnTo>
                  <a:pt x="4546" y="1398"/>
                </a:lnTo>
                <a:lnTo>
                  <a:pt x="4341" y="1509"/>
                </a:lnTo>
                <a:lnTo>
                  <a:pt x="4136" y="1640"/>
                </a:lnTo>
                <a:lnTo>
                  <a:pt x="3968" y="1789"/>
                </a:lnTo>
                <a:lnTo>
                  <a:pt x="3801" y="1975"/>
                </a:lnTo>
                <a:lnTo>
                  <a:pt x="3670" y="2180"/>
                </a:lnTo>
                <a:lnTo>
                  <a:pt x="3577" y="2404"/>
                </a:lnTo>
                <a:lnTo>
                  <a:pt x="3540" y="2534"/>
                </a:lnTo>
                <a:lnTo>
                  <a:pt x="3521" y="2664"/>
                </a:lnTo>
                <a:lnTo>
                  <a:pt x="3447" y="2590"/>
                </a:lnTo>
                <a:lnTo>
                  <a:pt x="3372" y="2534"/>
                </a:lnTo>
                <a:lnTo>
                  <a:pt x="3279" y="2497"/>
                </a:lnTo>
                <a:lnTo>
                  <a:pt x="3167" y="2459"/>
                </a:lnTo>
                <a:lnTo>
                  <a:pt x="2944" y="2459"/>
                </a:lnTo>
                <a:lnTo>
                  <a:pt x="2683" y="2497"/>
                </a:lnTo>
                <a:lnTo>
                  <a:pt x="2403" y="2590"/>
                </a:lnTo>
                <a:lnTo>
                  <a:pt x="2124" y="2720"/>
                </a:lnTo>
                <a:lnTo>
                  <a:pt x="1826" y="2888"/>
                </a:lnTo>
                <a:lnTo>
                  <a:pt x="1528" y="3056"/>
                </a:lnTo>
                <a:lnTo>
                  <a:pt x="1230" y="3260"/>
                </a:lnTo>
                <a:lnTo>
                  <a:pt x="969" y="3484"/>
                </a:lnTo>
                <a:lnTo>
                  <a:pt x="708" y="3708"/>
                </a:lnTo>
                <a:lnTo>
                  <a:pt x="485" y="3931"/>
                </a:lnTo>
                <a:lnTo>
                  <a:pt x="298" y="4136"/>
                </a:lnTo>
                <a:lnTo>
                  <a:pt x="149" y="4341"/>
                </a:lnTo>
                <a:lnTo>
                  <a:pt x="38" y="4509"/>
                </a:lnTo>
                <a:lnTo>
                  <a:pt x="19" y="4602"/>
                </a:lnTo>
                <a:lnTo>
                  <a:pt x="0" y="4658"/>
                </a:lnTo>
                <a:lnTo>
                  <a:pt x="2925" y="4713"/>
                </a:lnTo>
                <a:lnTo>
                  <a:pt x="5924" y="4751"/>
                </a:lnTo>
                <a:lnTo>
                  <a:pt x="9333" y="4788"/>
                </a:lnTo>
                <a:lnTo>
                  <a:pt x="14270" y="4788"/>
                </a:lnTo>
                <a:lnTo>
                  <a:pt x="15630" y="4751"/>
                </a:lnTo>
                <a:lnTo>
                  <a:pt x="16766" y="4713"/>
                </a:lnTo>
                <a:lnTo>
                  <a:pt x="17623" y="4658"/>
                </a:lnTo>
                <a:lnTo>
                  <a:pt x="17939" y="4620"/>
                </a:lnTo>
                <a:lnTo>
                  <a:pt x="18144" y="4583"/>
                </a:lnTo>
                <a:lnTo>
                  <a:pt x="18256" y="4546"/>
                </a:lnTo>
                <a:lnTo>
                  <a:pt x="18275" y="4509"/>
                </a:lnTo>
                <a:lnTo>
                  <a:pt x="18256" y="4490"/>
                </a:lnTo>
                <a:lnTo>
                  <a:pt x="18368" y="4415"/>
                </a:lnTo>
                <a:lnTo>
                  <a:pt x="18442" y="4341"/>
                </a:lnTo>
                <a:lnTo>
                  <a:pt x="18498" y="4266"/>
                </a:lnTo>
                <a:lnTo>
                  <a:pt x="18536" y="4210"/>
                </a:lnTo>
                <a:lnTo>
                  <a:pt x="18573" y="4136"/>
                </a:lnTo>
                <a:lnTo>
                  <a:pt x="18573" y="4061"/>
                </a:lnTo>
                <a:lnTo>
                  <a:pt x="18554" y="3987"/>
                </a:lnTo>
                <a:lnTo>
                  <a:pt x="18536" y="3931"/>
                </a:lnTo>
                <a:lnTo>
                  <a:pt x="18442" y="3782"/>
                </a:lnTo>
                <a:lnTo>
                  <a:pt x="18312" y="3652"/>
                </a:lnTo>
                <a:lnTo>
                  <a:pt x="18144" y="3521"/>
                </a:lnTo>
                <a:lnTo>
                  <a:pt x="17939" y="3391"/>
                </a:lnTo>
                <a:lnTo>
                  <a:pt x="17474" y="3130"/>
                </a:lnTo>
                <a:lnTo>
                  <a:pt x="17008" y="2888"/>
                </a:lnTo>
                <a:lnTo>
                  <a:pt x="16580" y="2646"/>
                </a:lnTo>
                <a:lnTo>
                  <a:pt x="16412" y="2534"/>
                </a:lnTo>
                <a:lnTo>
                  <a:pt x="16263" y="2422"/>
                </a:lnTo>
                <a:lnTo>
                  <a:pt x="16393" y="2385"/>
                </a:lnTo>
                <a:lnTo>
                  <a:pt x="16486" y="2329"/>
                </a:lnTo>
                <a:lnTo>
                  <a:pt x="16580" y="2236"/>
                </a:lnTo>
                <a:lnTo>
                  <a:pt x="16635" y="2143"/>
                </a:lnTo>
                <a:lnTo>
                  <a:pt x="16673" y="2012"/>
                </a:lnTo>
                <a:lnTo>
                  <a:pt x="16673" y="1863"/>
                </a:lnTo>
                <a:lnTo>
                  <a:pt x="16654" y="1733"/>
                </a:lnTo>
                <a:lnTo>
                  <a:pt x="16617" y="1584"/>
                </a:lnTo>
                <a:lnTo>
                  <a:pt x="16524" y="1435"/>
                </a:lnTo>
                <a:lnTo>
                  <a:pt x="16412" y="1286"/>
                </a:lnTo>
                <a:lnTo>
                  <a:pt x="16263" y="1155"/>
                </a:lnTo>
                <a:lnTo>
                  <a:pt x="16077" y="1044"/>
                </a:lnTo>
                <a:lnTo>
                  <a:pt x="15834" y="932"/>
                </a:lnTo>
                <a:lnTo>
                  <a:pt x="15574" y="857"/>
                </a:lnTo>
                <a:lnTo>
                  <a:pt x="15257" y="820"/>
                </a:lnTo>
                <a:lnTo>
                  <a:pt x="14884" y="801"/>
                </a:lnTo>
                <a:lnTo>
                  <a:pt x="14735" y="820"/>
                </a:lnTo>
                <a:lnTo>
                  <a:pt x="14568" y="857"/>
                </a:lnTo>
                <a:lnTo>
                  <a:pt x="14437" y="913"/>
                </a:lnTo>
                <a:lnTo>
                  <a:pt x="14288" y="969"/>
                </a:lnTo>
                <a:lnTo>
                  <a:pt x="14177" y="1044"/>
                </a:lnTo>
                <a:lnTo>
                  <a:pt x="14065" y="1137"/>
                </a:lnTo>
                <a:lnTo>
                  <a:pt x="13860" y="1304"/>
                </a:lnTo>
                <a:lnTo>
                  <a:pt x="13692" y="1453"/>
                </a:lnTo>
                <a:lnTo>
                  <a:pt x="13562" y="1528"/>
                </a:lnTo>
                <a:lnTo>
                  <a:pt x="13525" y="1547"/>
                </a:lnTo>
                <a:lnTo>
                  <a:pt x="13487" y="1528"/>
                </a:lnTo>
                <a:lnTo>
                  <a:pt x="13450" y="1491"/>
                </a:lnTo>
                <a:lnTo>
                  <a:pt x="13431" y="1398"/>
                </a:lnTo>
                <a:lnTo>
                  <a:pt x="13413" y="1342"/>
                </a:lnTo>
                <a:lnTo>
                  <a:pt x="13376" y="1304"/>
                </a:lnTo>
                <a:lnTo>
                  <a:pt x="13338" y="1267"/>
                </a:lnTo>
                <a:lnTo>
                  <a:pt x="13189" y="1267"/>
                </a:lnTo>
                <a:lnTo>
                  <a:pt x="13115" y="1286"/>
                </a:lnTo>
                <a:lnTo>
                  <a:pt x="12928" y="1342"/>
                </a:lnTo>
                <a:lnTo>
                  <a:pt x="12724" y="1435"/>
                </a:lnTo>
                <a:lnTo>
                  <a:pt x="12500" y="1547"/>
                </a:lnTo>
                <a:lnTo>
                  <a:pt x="12109" y="1789"/>
                </a:lnTo>
                <a:lnTo>
                  <a:pt x="12146" y="1565"/>
                </a:lnTo>
                <a:lnTo>
                  <a:pt x="12165" y="1323"/>
                </a:lnTo>
                <a:lnTo>
                  <a:pt x="12146" y="1100"/>
                </a:lnTo>
                <a:lnTo>
                  <a:pt x="12090" y="895"/>
                </a:lnTo>
                <a:lnTo>
                  <a:pt x="12016" y="690"/>
                </a:lnTo>
                <a:lnTo>
                  <a:pt x="11904" y="503"/>
                </a:lnTo>
                <a:lnTo>
                  <a:pt x="11792" y="354"/>
                </a:lnTo>
                <a:lnTo>
                  <a:pt x="11662" y="205"/>
                </a:lnTo>
                <a:lnTo>
                  <a:pt x="11531" y="112"/>
                </a:lnTo>
                <a:lnTo>
                  <a:pt x="11382" y="38"/>
                </a:lnTo>
                <a:lnTo>
                  <a:pt x="112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156" name="Google Shape;7156;p32"/>
          <p:cNvGrpSpPr/>
          <p:nvPr/>
        </p:nvGrpSpPr>
        <p:grpSpPr>
          <a:xfrm>
            <a:off x="11431742" y="5104277"/>
            <a:ext cx="562833" cy="929647"/>
            <a:chOff x="8567768" y="2750361"/>
            <a:chExt cx="425058" cy="702008"/>
          </a:xfrm>
        </p:grpSpPr>
        <p:sp>
          <p:nvSpPr>
            <p:cNvPr id="7157" name="Google Shape;7157;p32"/>
            <p:cNvSpPr/>
            <p:nvPr/>
          </p:nvSpPr>
          <p:spPr>
            <a:xfrm>
              <a:off x="8692188" y="3421469"/>
              <a:ext cx="147600" cy="30900"/>
            </a:xfrm>
            <a:prstGeom prst="ellipse">
              <a:avLst/>
            </a:prstGeom>
            <a:solidFill>
              <a:srgbClr val="A3C3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7158" name="Google Shape;7158;p32"/>
            <p:cNvGrpSpPr/>
            <p:nvPr/>
          </p:nvGrpSpPr>
          <p:grpSpPr>
            <a:xfrm flipH="1">
              <a:off x="8567768" y="2750361"/>
              <a:ext cx="425058" cy="694185"/>
              <a:chOff x="5533200" y="-2000250"/>
              <a:chExt cx="1268450" cy="2071575"/>
            </a:xfrm>
          </p:grpSpPr>
          <p:sp>
            <p:nvSpPr>
              <p:cNvPr id="7159" name="Google Shape;7159;p32"/>
              <p:cNvSpPr/>
              <p:nvPr/>
            </p:nvSpPr>
            <p:spPr>
              <a:xfrm>
                <a:off x="5533200" y="-2000250"/>
                <a:ext cx="1268450" cy="1707000"/>
              </a:xfrm>
              <a:custGeom>
                <a:avLst/>
                <a:gdLst/>
                <a:ahLst/>
                <a:cxnLst/>
                <a:rect l="l" t="t" r="r" b="b"/>
                <a:pathLst>
                  <a:path w="50738" h="68280" extrusionOk="0">
                    <a:moveTo>
                      <a:pt x="24766" y="0"/>
                    </a:moveTo>
                    <a:lnTo>
                      <a:pt x="24318" y="39"/>
                    </a:lnTo>
                    <a:lnTo>
                      <a:pt x="23851" y="78"/>
                    </a:lnTo>
                    <a:lnTo>
                      <a:pt x="23403" y="136"/>
                    </a:lnTo>
                    <a:lnTo>
                      <a:pt x="22975" y="234"/>
                    </a:lnTo>
                    <a:lnTo>
                      <a:pt x="22527" y="331"/>
                    </a:lnTo>
                    <a:lnTo>
                      <a:pt x="22098" y="467"/>
                    </a:lnTo>
                    <a:lnTo>
                      <a:pt x="21670" y="604"/>
                    </a:lnTo>
                    <a:lnTo>
                      <a:pt x="21261" y="779"/>
                    </a:lnTo>
                    <a:lnTo>
                      <a:pt x="20833" y="954"/>
                    </a:lnTo>
                    <a:lnTo>
                      <a:pt x="20444" y="1168"/>
                    </a:lnTo>
                    <a:lnTo>
                      <a:pt x="20054" y="1402"/>
                    </a:lnTo>
                    <a:lnTo>
                      <a:pt x="19665" y="1635"/>
                    </a:lnTo>
                    <a:lnTo>
                      <a:pt x="19159" y="2025"/>
                    </a:lnTo>
                    <a:lnTo>
                      <a:pt x="18672" y="2414"/>
                    </a:lnTo>
                    <a:lnTo>
                      <a:pt x="18224" y="2843"/>
                    </a:lnTo>
                    <a:lnTo>
                      <a:pt x="17796" y="3310"/>
                    </a:lnTo>
                    <a:lnTo>
                      <a:pt x="17387" y="3777"/>
                    </a:lnTo>
                    <a:lnTo>
                      <a:pt x="17017" y="4283"/>
                    </a:lnTo>
                    <a:lnTo>
                      <a:pt x="16667" y="4809"/>
                    </a:lnTo>
                    <a:lnTo>
                      <a:pt x="16336" y="5354"/>
                    </a:lnTo>
                    <a:lnTo>
                      <a:pt x="16024" y="5899"/>
                    </a:lnTo>
                    <a:lnTo>
                      <a:pt x="15732" y="6464"/>
                    </a:lnTo>
                    <a:lnTo>
                      <a:pt x="15459" y="7048"/>
                    </a:lnTo>
                    <a:lnTo>
                      <a:pt x="15226" y="7632"/>
                    </a:lnTo>
                    <a:lnTo>
                      <a:pt x="14992" y="8236"/>
                    </a:lnTo>
                    <a:lnTo>
                      <a:pt x="14759" y="8839"/>
                    </a:lnTo>
                    <a:lnTo>
                      <a:pt x="14564" y="9443"/>
                    </a:lnTo>
                    <a:lnTo>
                      <a:pt x="14389" y="10046"/>
                    </a:lnTo>
                    <a:lnTo>
                      <a:pt x="14058" y="11234"/>
                    </a:lnTo>
                    <a:lnTo>
                      <a:pt x="13766" y="12441"/>
                    </a:lnTo>
                    <a:lnTo>
                      <a:pt x="13532" y="13648"/>
                    </a:lnTo>
                    <a:lnTo>
                      <a:pt x="13337" y="14875"/>
                    </a:lnTo>
                    <a:lnTo>
                      <a:pt x="13181" y="16101"/>
                    </a:lnTo>
                    <a:lnTo>
                      <a:pt x="13084" y="17347"/>
                    </a:lnTo>
                    <a:lnTo>
                      <a:pt x="13006" y="18574"/>
                    </a:lnTo>
                    <a:lnTo>
                      <a:pt x="12987" y="19820"/>
                    </a:lnTo>
                    <a:lnTo>
                      <a:pt x="13026" y="21047"/>
                    </a:lnTo>
                    <a:lnTo>
                      <a:pt x="13084" y="22293"/>
                    </a:lnTo>
                    <a:lnTo>
                      <a:pt x="13201" y="23519"/>
                    </a:lnTo>
                    <a:lnTo>
                      <a:pt x="13357" y="24746"/>
                    </a:lnTo>
                    <a:lnTo>
                      <a:pt x="13551" y="25972"/>
                    </a:lnTo>
                    <a:lnTo>
                      <a:pt x="13785" y="27179"/>
                    </a:lnTo>
                    <a:lnTo>
                      <a:pt x="14077" y="28387"/>
                    </a:lnTo>
                    <a:lnTo>
                      <a:pt x="14408" y="29574"/>
                    </a:lnTo>
                    <a:lnTo>
                      <a:pt x="14408" y="29574"/>
                    </a:lnTo>
                    <a:lnTo>
                      <a:pt x="14194" y="29418"/>
                    </a:lnTo>
                    <a:lnTo>
                      <a:pt x="13980" y="29263"/>
                    </a:lnTo>
                    <a:lnTo>
                      <a:pt x="13746" y="29126"/>
                    </a:lnTo>
                    <a:lnTo>
                      <a:pt x="13512" y="29010"/>
                    </a:lnTo>
                    <a:lnTo>
                      <a:pt x="13259" y="28912"/>
                    </a:lnTo>
                    <a:lnTo>
                      <a:pt x="12987" y="28834"/>
                    </a:lnTo>
                    <a:lnTo>
                      <a:pt x="12734" y="28776"/>
                    </a:lnTo>
                    <a:lnTo>
                      <a:pt x="12461" y="28756"/>
                    </a:lnTo>
                    <a:lnTo>
                      <a:pt x="12189" y="28737"/>
                    </a:lnTo>
                    <a:lnTo>
                      <a:pt x="11916" y="28737"/>
                    </a:lnTo>
                    <a:lnTo>
                      <a:pt x="11663" y="28776"/>
                    </a:lnTo>
                    <a:lnTo>
                      <a:pt x="11390" y="28815"/>
                    </a:lnTo>
                    <a:lnTo>
                      <a:pt x="11137" y="28893"/>
                    </a:lnTo>
                    <a:lnTo>
                      <a:pt x="10884" y="28990"/>
                    </a:lnTo>
                    <a:lnTo>
                      <a:pt x="10631" y="29107"/>
                    </a:lnTo>
                    <a:lnTo>
                      <a:pt x="10417" y="29243"/>
                    </a:lnTo>
                    <a:lnTo>
                      <a:pt x="10183" y="29399"/>
                    </a:lnTo>
                    <a:lnTo>
                      <a:pt x="9988" y="29574"/>
                    </a:lnTo>
                    <a:lnTo>
                      <a:pt x="9794" y="29749"/>
                    </a:lnTo>
                    <a:lnTo>
                      <a:pt x="9619" y="29964"/>
                    </a:lnTo>
                    <a:lnTo>
                      <a:pt x="9463" y="30178"/>
                    </a:lnTo>
                    <a:lnTo>
                      <a:pt x="9327" y="30411"/>
                    </a:lnTo>
                    <a:lnTo>
                      <a:pt x="9210" y="30664"/>
                    </a:lnTo>
                    <a:lnTo>
                      <a:pt x="9112" y="30918"/>
                    </a:lnTo>
                    <a:lnTo>
                      <a:pt x="9034" y="31171"/>
                    </a:lnTo>
                    <a:lnTo>
                      <a:pt x="8976" y="31424"/>
                    </a:lnTo>
                    <a:lnTo>
                      <a:pt x="8937" y="31696"/>
                    </a:lnTo>
                    <a:lnTo>
                      <a:pt x="8918" y="31969"/>
                    </a:lnTo>
                    <a:lnTo>
                      <a:pt x="8937" y="32241"/>
                    </a:lnTo>
                    <a:lnTo>
                      <a:pt x="8957" y="32495"/>
                    </a:lnTo>
                    <a:lnTo>
                      <a:pt x="9015" y="32767"/>
                    </a:lnTo>
                    <a:lnTo>
                      <a:pt x="9073" y="33020"/>
                    </a:lnTo>
                    <a:lnTo>
                      <a:pt x="8840" y="32923"/>
                    </a:lnTo>
                    <a:lnTo>
                      <a:pt x="8587" y="32845"/>
                    </a:lnTo>
                    <a:lnTo>
                      <a:pt x="8353" y="32767"/>
                    </a:lnTo>
                    <a:lnTo>
                      <a:pt x="8100" y="32709"/>
                    </a:lnTo>
                    <a:lnTo>
                      <a:pt x="7847" y="32650"/>
                    </a:lnTo>
                    <a:lnTo>
                      <a:pt x="7594" y="32631"/>
                    </a:lnTo>
                    <a:lnTo>
                      <a:pt x="7341" y="32611"/>
                    </a:lnTo>
                    <a:lnTo>
                      <a:pt x="7088" y="32592"/>
                    </a:lnTo>
                    <a:lnTo>
                      <a:pt x="6834" y="32611"/>
                    </a:lnTo>
                    <a:lnTo>
                      <a:pt x="6562" y="32611"/>
                    </a:lnTo>
                    <a:lnTo>
                      <a:pt x="6056" y="32689"/>
                    </a:lnTo>
                    <a:lnTo>
                      <a:pt x="5549" y="32806"/>
                    </a:lnTo>
                    <a:lnTo>
                      <a:pt x="5043" y="32962"/>
                    </a:lnTo>
                    <a:lnTo>
                      <a:pt x="4557" y="33157"/>
                    </a:lnTo>
                    <a:lnTo>
                      <a:pt x="4089" y="33390"/>
                    </a:lnTo>
                    <a:lnTo>
                      <a:pt x="3641" y="33643"/>
                    </a:lnTo>
                    <a:lnTo>
                      <a:pt x="3194" y="33955"/>
                    </a:lnTo>
                    <a:lnTo>
                      <a:pt x="2785" y="34286"/>
                    </a:lnTo>
                    <a:lnTo>
                      <a:pt x="2415" y="34656"/>
                    </a:lnTo>
                    <a:lnTo>
                      <a:pt x="2064" y="35045"/>
                    </a:lnTo>
                    <a:lnTo>
                      <a:pt x="1733" y="35473"/>
                    </a:lnTo>
                    <a:lnTo>
                      <a:pt x="1480" y="35863"/>
                    </a:lnTo>
                    <a:lnTo>
                      <a:pt x="1247" y="36272"/>
                    </a:lnTo>
                    <a:lnTo>
                      <a:pt x="1052" y="36700"/>
                    </a:lnTo>
                    <a:lnTo>
                      <a:pt x="857" y="37148"/>
                    </a:lnTo>
                    <a:lnTo>
                      <a:pt x="702" y="37596"/>
                    </a:lnTo>
                    <a:lnTo>
                      <a:pt x="565" y="38043"/>
                    </a:lnTo>
                    <a:lnTo>
                      <a:pt x="448" y="38511"/>
                    </a:lnTo>
                    <a:lnTo>
                      <a:pt x="351" y="38978"/>
                    </a:lnTo>
                    <a:lnTo>
                      <a:pt x="273" y="39465"/>
                    </a:lnTo>
                    <a:lnTo>
                      <a:pt x="195" y="39951"/>
                    </a:lnTo>
                    <a:lnTo>
                      <a:pt x="137" y="40419"/>
                    </a:lnTo>
                    <a:lnTo>
                      <a:pt x="98" y="40905"/>
                    </a:lnTo>
                    <a:lnTo>
                      <a:pt x="40" y="41859"/>
                    </a:lnTo>
                    <a:lnTo>
                      <a:pt x="1" y="42794"/>
                    </a:lnTo>
                    <a:lnTo>
                      <a:pt x="1" y="43320"/>
                    </a:lnTo>
                    <a:lnTo>
                      <a:pt x="20" y="43845"/>
                    </a:lnTo>
                    <a:lnTo>
                      <a:pt x="59" y="44371"/>
                    </a:lnTo>
                    <a:lnTo>
                      <a:pt x="98" y="44897"/>
                    </a:lnTo>
                    <a:lnTo>
                      <a:pt x="176" y="45422"/>
                    </a:lnTo>
                    <a:lnTo>
                      <a:pt x="254" y="45948"/>
                    </a:lnTo>
                    <a:lnTo>
                      <a:pt x="351" y="46454"/>
                    </a:lnTo>
                    <a:lnTo>
                      <a:pt x="468" y="46960"/>
                    </a:lnTo>
                    <a:lnTo>
                      <a:pt x="604" y="47486"/>
                    </a:lnTo>
                    <a:lnTo>
                      <a:pt x="741" y="47992"/>
                    </a:lnTo>
                    <a:lnTo>
                      <a:pt x="896" y="48498"/>
                    </a:lnTo>
                    <a:lnTo>
                      <a:pt x="1071" y="48985"/>
                    </a:lnTo>
                    <a:lnTo>
                      <a:pt x="1266" y="49491"/>
                    </a:lnTo>
                    <a:lnTo>
                      <a:pt x="1461" y="49978"/>
                    </a:lnTo>
                    <a:lnTo>
                      <a:pt x="1675" y="50445"/>
                    </a:lnTo>
                    <a:lnTo>
                      <a:pt x="1889" y="50932"/>
                    </a:lnTo>
                    <a:lnTo>
                      <a:pt x="2201" y="51555"/>
                    </a:lnTo>
                    <a:lnTo>
                      <a:pt x="2532" y="52178"/>
                    </a:lnTo>
                    <a:lnTo>
                      <a:pt x="2882" y="52801"/>
                    </a:lnTo>
                    <a:lnTo>
                      <a:pt x="3252" y="53385"/>
                    </a:lnTo>
                    <a:lnTo>
                      <a:pt x="3622" y="53989"/>
                    </a:lnTo>
                    <a:lnTo>
                      <a:pt x="4031" y="54573"/>
                    </a:lnTo>
                    <a:lnTo>
                      <a:pt x="4440" y="55138"/>
                    </a:lnTo>
                    <a:lnTo>
                      <a:pt x="4849" y="55702"/>
                    </a:lnTo>
                    <a:lnTo>
                      <a:pt x="5296" y="56267"/>
                    </a:lnTo>
                    <a:lnTo>
                      <a:pt x="5744" y="56812"/>
                    </a:lnTo>
                    <a:lnTo>
                      <a:pt x="6192" y="57338"/>
                    </a:lnTo>
                    <a:lnTo>
                      <a:pt x="6659" y="57883"/>
                    </a:lnTo>
                    <a:lnTo>
                      <a:pt x="7613" y="58915"/>
                    </a:lnTo>
                    <a:lnTo>
                      <a:pt x="8587" y="59947"/>
                    </a:lnTo>
                    <a:lnTo>
                      <a:pt x="9638" y="60998"/>
                    </a:lnTo>
                    <a:lnTo>
                      <a:pt x="10183" y="61504"/>
                    </a:lnTo>
                    <a:lnTo>
                      <a:pt x="10748" y="62010"/>
                    </a:lnTo>
                    <a:lnTo>
                      <a:pt x="11293" y="62517"/>
                    </a:lnTo>
                    <a:lnTo>
                      <a:pt x="11877" y="63003"/>
                    </a:lnTo>
                    <a:lnTo>
                      <a:pt x="12442" y="63471"/>
                    </a:lnTo>
                    <a:lnTo>
                      <a:pt x="13045" y="63938"/>
                    </a:lnTo>
                    <a:lnTo>
                      <a:pt x="13629" y="64386"/>
                    </a:lnTo>
                    <a:lnTo>
                      <a:pt x="14252" y="64814"/>
                    </a:lnTo>
                    <a:lnTo>
                      <a:pt x="14875" y="65223"/>
                    </a:lnTo>
                    <a:lnTo>
                      <a:pt x="15498" y="65612"/>
                    </a:lnTo>
                    <a:lnTo>
                      <a:pt x="16141" y="65982"/>
                    </a:lnTo>
                    <a:lnTo>
                      <a:pt x="16783" y="66313"/>
                    </a:lnTo>
                    <a:lnTo>
                      <a:pt x="17445" y="66644"/>
                    </a:lnTo>
                    <a:lnTo>
                      <a:pt x="18127" y="66936"/>
                    </a:lnTo>
                    <a:lnTo>
                      <a:pt x="18652" y="67150"/>
                    </a:lnTo>
                    <a:lnTo>
                      <a:pt x="19178" y="67325"/>
                    </a:lnTo>
                    <a:lnTo>
                      <a:pt x="19704" y="67501"/>
                    </a:lnTo>
                    <a:lnTo>
                      <a:pt x="20249" y="67656"/>
                    </a:lnTo>
                    <a:lnTo>
                      <a:pt x="20989" y="67851"/>
                    </a:lnTo>
                    <a:lnTo>
                      <a:pt x="21729" y="67987"/>
                    </a:lnTo>
                    <a:lnTo>
                      <a:pt x="22488" y="68104"/>
                    </a:lnTo>
                    <a:lnTo>
                      <a:pt x="23228" y="68202"/>
                    </a:lnTo>
                    <a:lnTo>
                      <a:pt x="23987" y="68260"/>
                    </a:lnTo>
                    <a:lnTo>
                      <a:pt x="24746" y="68279"/>
                    </a:lnTo>
                    <a:lnTo>
                      <a:pt x="25506" y="68279"/>
                    </a:lnTo>
                    <a:lnTo>
                      <a:pt x="26265" y="68260"/>
                    </a:lnTo>
                    <a:lnTo>
                      <a:pt x="27024" y="68221"/>
                    </a:lnTo>
                    <a:lnTo>
                      <a:pt x="27784" y="68143"/>
                    </a:lnTo>
                    <a:lnTo>
                      <a:pt x="28543" y="68046"/>
                    </a:lnTo>
                    <a:lnTo>
                      <a:pt x="29283" y="67948"/>
                    </a:lnTo>
                    <a:lnTo>
                      <a:pt x="30042" y="67812"/>
                    </a:lnTo>
                    <a:lnTo>
                      <a:pt x="30801" y="67676"/>
                    </a:lnTo>
                    <a:lnTo>
                      <a:pt x="31541" y="67520"/>
                    </a:lnTo>
                    <a:lnTo>
                      <a:pt x="32281" y="67345"/>
                    </a:lnTo>
                    <a:lnTo>
                      <a:pt x="33118" y="67131"/>
                    </a:lnTo>
                    <a:lnTo>
                      <a:pt x="33955" y="66897"/>
                    </a:lnTo>
                    <a:lnTo>
                      <a:pt x="34793" y="66644"/>
                    </a:lnTo>
                    <a:lnTo>
                      <a:pt x="35610" y="66371"/>
                    </a:lnTo>
                    <a:lnTo>
                      <a:pt x="36428" y="66060"/>
                    </a:lnTo>
                    <a:lnTo>
                      <a:pt x="37246" y="65748"/>
                    </a:lnTo>
                    <a:lnTo>
                      <a:pt x="38024" y="65398"/>
                    </a:lnTo>
                    <a:lnTo>
                      <a:pt x="38803" y="65028"/>
                    </a:lnTo>
                    <a:lnTo>
                      <a:pt x="39582" y="64639"/>
                    </a:lnTo>
                    <a:lnTo>
                      <a:pt x="40322" y="64210"/>
                    </a:lnTo>
                    <a:lnTo>
                      <a:pt x="41062" y="63743"/>
                    </a:lnTo>
                    <a:lnTo>
                      <a:pt x="41763" y="63256"/>
                    </a:lnTo>
                    <a:lnTo>
                      <a:pt x="42444" y="62750"/>
                    </a:lnTo>
                    <a:lnTo>
                      <a:pt x="43106" y="62205"/>
                    </a:lnTo>
                    <a:lnTo>
                      <a:pt x="43729" y="61621"/>
                    </a:lnTo>
                    <a:lnTo>
                      <a:pt x="44333" y="60998"/>
                    </a:lnTo>
                    <a:lnTo>
                      <a:pt x="44780" y="60511"/>
                    </a:lnTo>
                    <a:lnTo>
                      <a:pt x="45189" y="60024"/>
                    </a:lnTo>
                    <a:lnTo>
                      <a:pt x="45579" y="59499"/>
                    </a:lnTo>
                    <a:lnTo>
                      <a:pt x="45949" y="58973"/>
                    </a:lnTo>
                    <a:lnTo>
                      <a:pt x="46318" y="58428"/>
                    </a:lnTo>
                    <a:lnTo>
                      <a:pt x="46649" y="57863"/>
                    </a:lnTo>
                    <a:lnTo>
                      <a:pt x="46961" y="57299"/>
                    </a:lnTo>
                    <a:lnTo>
                      <a:pt x="47272" y="56715"/>
                    </a:lnTo>
                    <a:lnTo>
                      <a:pt x="47564" y="56131"/>
                    </a:lnTo>
                    <a:lnTo>
                      <a:pt x="47818" y="55527"/>
                    </a:lnTo>
                    <a:lnTo>
                      <a:pt x="48071" y="54923"/>
                    </a:lnTo>
                    <a:lnTo>
                      <a:pt x="48304" y="54320"/>
                    </a:lnTo>
                    <a:lnTo>
                      <a:pt x="48538" y="53697"/>
                    </a:lnTo>
                    <a:lnTo>
                      <a:pt x="48733" y="53074"/>
                    </a:lnTo>
                    <a:lnTo>
                      <a:pt x="48927" y="52451"/>
                    </a:lnTo>
                    <a:lnTo>
                      <a:pt x="49103" y="51828"/>
                    </a:lnTo>
                    <a:lnTo>
                      <a:pt x="49395" y="50679"/>
                    </a:lnTo>
                    <a:lnTo>
                      <a:pt x="49706" y="49491"/>
                    </a:lnTo>
                    <a:lnTo>
                      <a:pt x="49979" y="48284"/>
                    </a:lnTo>
                    <a:lnTo>
                      <a:pt x="50232" y="47038"/>
                    </a:lnTo>
                    <a:lnTo>
                      <a:pt x="50349" y="46396"/>
                    </a:lnTo>
                    <a:lnTo>
                      <a:pt x="50465" y="45773"/>
                    </a:lnTo>
                    <a:lnTo>
                      <a:pt x="50543" y="45130"/>
                    </a:lnTo>
                    <a:lnTo>
                      <a:pt x="50621" y="44507"/>
                    </a:lnTo>
                    <a:lnTo>
                      <a:pt x="50680" y="43865"/>
                    </a:lnTo>
                    <a:lnTo>
                      <a:pt x="50719" y="43222"/>
                    </a:lnTo>
                    <a:lnTo>
                      <a:pt x="50738" y="42599"/>
                    </a:lnTo>
                    <a:lnTo>
                      <a:pt x="50738" y="41976"/>
                    </a:lnTo>
                    <a:lnTo>
                      <a:pt x="50719" y="41353"/>
                    </a:lnTo>
                    <a:lnTo>
                      <a:pt x="50680" y="40730"/>
                    </a:lnTo>
                    <a:lnTo>
                      <a:pt x="50602" y="40127"/>
                    </a:lnTo>
                    <a:lnTo>
                      <a:pt x="50504" y="39523"/>
                    </a:lnTo>
                    <a:lnTo>
                      <a:pt x="50388" y="38939"/>
                    </a:lnTo>
                    <a:lnTo>
                      <a:pt x="50232" y="38355"/>
                    </a:lnTo>
                    <a:lnTo>
                      <a:pt x="50037" y="37790"/>
                    </a:lnTo>
                    <a:lnTo>
                      <a:pt x="49823" y="37245"/>
                    </a:lnTo>
                    <a:lnTo>
                      <a:pt x="49570" y="36719"/>
                    </a:lnTo>
                    <a:lnTo>
                      <a:pt x="49278" y="36194"/>
                    </a:lnTo>
                    <a:lnTo>
                      <a:pt x="48947" y="35688"/>
                    </a:lnTo>
                    <a:lnTo>
                      <a:pt x="48577" y="35201"/>
                    </a:lnTo>
                    <a:lnTo>
                      <a:pt x="48149" y="34734"/>
                    </a:lnTo>
                    <a:lnTo>
                      <a:pt x="47701" y="34305"/>
                    </a:lnTo>
                    <a:lnTo>
                      <a:pt x="47467" y="34091"/>
                    </a:lnTo>
                    <a:lnTo>
                      <a:pt x="47195" y="33877"/>
                    </a:lnTo>
                    <a:lnTo>
                      <a:pt x="46941" y="33682"/>
                    </a:lnTo>
                    <a:lnTo>
                      <a:pt x="46669" y="33468"/>
                    </a:lnTo>
                    <a:lnTo>
                      <a:pt x="46416" y="33312"/>
                    </a:lnTo>
                    <a:lnTo>
                      <a:pt x="46143" y="33157"/>
                    </a:lnTo>
                    <a:lnTo>
                      <a:pt x="45871" y="33020"/>
                    </a:lnTo>
                    <a:lnTo>
                      <a:pt x="45598" y="32884"/>
                    </a:lnTo>
                    <a:lnTo>
                      <a:pt x="45325" y="32767"/>
                    </a:lnTo>
                    <a:lnTo>
                      <a:pt x="45033" y="32670"/>
                    </a:lnTo>
                    <a:lnTo>
                      <a:pt x="44761" y="32572"/>
                    </a:lnTo>
                    <a:lnTo>
                      <a:pt x="44449" y="32495"/>
                    </a:lnTo>
                    <a:lnTo>
                      <a:pt x="44157" y="32417"/>
                    </a:lnTo>
                    <a:lnTo>
                      <a:pt x="43865" y="32378"/>
                    </a:lnTo>
                    <a:lnTo>
                      <a:pt x="43554" y="32319"/>
                    </a:lnTo>
                    <a:lnTo>
                      <a:pt x="43262" y="32300"/>
                    </a:lnTo>
                    <a:lnTo>
                      <a:pt x="42950" y="32261"/>
                    </a:lnTo>
                    <a:lnTo>
                      <a:pt x="42347" y="32261"/>
                    </a:lnTo>
                    <a:lnTo>
                      <a:pt x="42055" y="32280"/>
                    </a:lnTo>
                    <a:lnTo>
                      <a:pt x="41763" y="32319"/>
                    </a:lnTo>
                    <a:lnTo>
                      <a:pt x="41471" y="32358"/>
                    </a:lnTo>
                    <a:lnTo>
                      <a:pt x="41159" y="32417"/>
                    </a:lnTo>
                    <a:lnTo>
                      <a:pt x="40886" y="32475"/>
                    </a:lnTo>
                    <a:lnTo>
                      <a:pt x="40594" y="32553"/>
                    </a:lnTo>
                    <a:lnTo>
                      <a:pt x="40322" y="32650"/>
                    </a:lnTo>
                    <a:lnTo>
                      <a:pt x="40049" y="32767"/>
                    </a:lnTo>
                    <a:lnTo>
                      <a:pt x="39777" y="32884"/>
                    </a:lnTo>
                    <a:lnTo>
                      <a:pt x="39524" y="33020"/>
                    </a:lnTo>
                    <a:lnTo>
                      <a:pt x="39271" y="33157"/>
                    </a:lnTo>
                    <a:lnTo>
                      <a:pt x="39017" y="33332"/>
                    </a:lnTo>
                    <a:lnTo>
                      <a:pt x="38784" y="33507"/>
                    </a:lnTo>
                    <a:lnTo>
                      <a:pt x="38570" y="33682"/>
                    </a:lnTo>
                    <a:lnTo>
                      <a:pt x="38355" y="33896"/>
                    </a:lnTo>
                    <a:lnTo>
                      <a:pt x="38141" y="34111"/>
                    </a:lnTo>
                    <a:lnTo>
                      <a:pt x="37966" y="34344"/>
                    </a:lnTo>
                    <a:lnTo>
                      <a:pt x="38024" y="33818"/>
                    </a:lnTo>
                    <a:lnTo>
                      <a:pt x="38063" y="33293"/>
                    </a:lnTo>
                    <a:lnTo>
                      <a:pt x="38083" y="32767"/>
                    </a:lnTo>
                    <a:lnTo>
                      <a:pt x="38083" y="32241"/>
                    </a:lnTo>
                    <a:lnTo>
                      <a:pt x="38044" y="31969"/>
                    </a:lnTo>
                    <a:lnTo>
                      <a:pt x="38024" y="31716"/>
                    </a:lnTo>
                    <a:lnTo>
                      <a:pt x="37966" y="31463"/>
                    </a:lnTo>
                    <a:lnTo>
                      <a:pt x="37908" y="31229"/>
                    </a:lnTo>
                    <a:lnTo>
                      <a:pt x="37830" y="30976"/>
                    </a:lnTo>
                    <a:lnTo>
                      <a:pt x="37732" y="30742"/>
                    </a:lnTo>
                    <a:lnTo>
                      <a:pt x="37616" y="30528"/>
                    </a:lnTo>
                    <a:lnTo>
                      <a:pt x="37460" y="30314"/>
                    </a:lnTo>
                    <a:lnTo>
                      <a:pt x="37304" y="30100"/>
                    </a:lnTo>
                    <a:lnTo>
                      <a:pt x="37109" y="29925"/>
                    </a:lnTo>
                    <a:lnTo>
                      <a:pt x="36895" y="29769"/>
                    </a:lnTo>
                    <a:lnTo>
                      <a:pt x="36681" y="29652"/>
                    </a:lnTo>
                    <a:lnTo>
                      <a:pt x="36428" y="29535"/>
                    </a:lnTo>
                    <a:lnTo>
                      <a:pt x="36175" y="29457"/>
                    </a:lnTo>
                    <a:lnTo>
                      <a:pt x="35922" y="29418"/>
                    </a:lnTo>
                    <a:lnTo>
                      <a:pt x="35649" y="29399"/>
                    </a:lnTo>
                    <a:lnTo>
                      <a:pt x="35396" y="29399"/>
                    </a:lnTo>
                    <a:lnTo>
                      <a:pt x="35162" y="29438"/>
                    </a:lnTo>
                    <a:lnTo>
                      <a:pt x="34929" y="29496"/>
                    </a:lnTo>
                    <a:lnTo>
                      <a:pt x="34715" y="29594"/>
                    </a:lnTo>
                    <a:lnTo>
                      <a:pt x="34520" y="29730"/>
                    </a:lnTo>
                    <a:lnTo>
                      <a:pt x="34345" y="29886"/>
                    </a:lnTo>
                    <a:lnTo>
                      <a:pt x="34208" y="30080"/>
                    </a:lnTo>
                    <a:lnTo>
                      <a:pt x="34150" y="30197"/>
                    </a:lnTo>
                    <a:lnTo>
                      <a:pt x="34501" y="29496"/>
                    </a:lnTo>
                    <a:lnTo>
                      <a:pt x="34909" y="28659"/>
                    </a:lnTo>
                    <a:lnTo>
                      <a:pt x="35279" y="27822"/>
                    </a:lnTo>
                    <a:lnTo>
                      <a:pt x="35649" y="26965"/>
                    </a:lnTo>
                    <a:lnTo>
                      <a:pt x="36000" y="26128"/>
                    </a:lnTo>
                    <a:lnTo>
                      <a:pt x="36331" y="25252"/>
                    </a:lnTo>
                    <a:lnTo>
                      <a:pt x="36642" y="24395"/>
                    </a:lnTo>
                    <a:lnTo>
                      <a:pt x="36934" y="23519"/>
                    </a:lnTo>
                    <a:lnTo>
                      <a:pt x="37207" y="22643"/>
                    </a:lnTo>
                    <a:lnTo>
                      <a:pt x="37440" y="21767"/>
                    </a:lnTo>
                    <a:lnTo>
                      <a:pt x="37655" y="20871"/>
                    </a:lnTo>
                    <a:lnTo>
                      <a:pt x="37849" y="19976"/>
                    </a:lnTo>
                    <a:lnTo>
                      <a:pt x="38005" y="19080"/>
                    </a:lnTo>
                    <a:lnTo>
                      <a:pt x="38122" y="18165"/>
                    </a:lnTo>
                    <a:lnTo>
                      <a:pt x="38219" y="17250"/>
                    </a:lnTo>
                    <a:lnTo>
                      <a:pt x="38278" y="16335"/>
                    </a:lnTo>
                    <a:lnTo>
                      <a:pt x="38297" y="15420"/>
                    </a:lnTo>
                    <a:lnTo>
                      <a:pt x="38258" y="14505"/>
                    </a:lnTo>
                    <a:lnTo>
                      <a:pt x="38200" y="13570"/>
                    </a:lnTo>
                    <a:lnTo>
                      <a:pt x="38083" y="12655"/>
                    </a:lnTo>
                    <a:lnTo>
                      <a:pt x="37927" y="11740"/>
                    </a:lnTo>
                    <a:lnTo>
                      <a:pt x="37713" y="10845"/>
                    </a:lnTo>
                    <a:lnTo>
                      <a:pt x="37596" y="10397"/>
                    </a:lnTo>
                    <a:lnTo>
                      <a:pt x="37479" y="9949"/>
                    </a:lnTo>
                    <a:lnTo>
                      <a:pt x="37343" y="9521"/>
                    </a:lnTo>
                    <a:lnTo>
                      <a:pt x="37187" y="9073"/>
                    </a:lnTo>
                    <a:lnTo>
                      <a:pt x="37032" y="8644"/>
                    </a:lnTo>
                    <a:lnTo>
                      <a:pt x="36856" y="8216"/>
                    </a:lnTo>
                    <a:lnTo>
                      <a:pt x="36681" y="7807"/>
                    </a:lnTo>
                    <a:lnTo>
                      <a:pt x="36467" y="7398"/>
                    </a:lnTo>
                    <a:lnTo>
                      <a:pt x="36272" y="6990"/>
                    </a:lnTo>
                    <a:lnTo>
                      <a:pt x="36058" y="6581"/>
                    </a:lnTo>
                    <a:lnTo>
                      <a:pt x="35824" y="6191"/>
                    </a:lnTo>
                    <a:lnTo>
                      <a:pt x="35571" y="5802"/>
                    </a:lnTo>
                    <a:lnTo>
                      <a:pt x="35318" y="5432"/>
                    </a:lnTo>
                    <a:lnTo>
                      <a:pt x="35065" y="5062"/>
                    </a:lnTo>
                    <a:lnTo>
                      <a:pt x="34793" y="4692"/>
                    </a:lnTo>
                    <a:lnTo>
                      <a:pt x="34501" y="4342"/>
                    </a:lnTo>
                    <a:lnTo>
                      <a:pt x="34189" y="4011"/>
                    </a:lnTo>
                    <a:lnTo>
                      <a:pt x="33877" y="3680"/>
                    </a:lnTo>
                    <a:lnTo>
                      <a:pt x="33566" y="3349"/>
                    </a:lnTo>
                    <a:lnTo>
                      <a:pt x="33216" y="3037"/>
                    </a:lnTo>
                    <a:lnTo>
                      <a:pt x="32865" y="2745"/>
                    </a:lnTo>
                    <a:lnTo>
                      <a:pt x="32515" y="2453"/>
                    </a:lnTo>
                    <a:lnTo>
                      <a:pt x="32145" y="2181"/>
                    </a:lnTo>
                    <a:lnTo>
                      <a:pt x="31755" y="1927"/>
                    </a:lnTo>
                    <a:lnTo>
                      <a:pt x="31366" y="1694"/>
                    </a:lnTo>
                    <a:lnTo>
                      <a:pt x="30957" y="1460"/>
                    </a:lnTo>
                    <a:lnTo>
                      <a:pt x="30548" y="1246"/>
                    </a:lnTo>
                    <a:lnTo>
                      <a:pt x="30139" y="1051"/>
                    </a:lnTo>
                    <a:lnTo>
                      <a:pt x="29711" y="876"/>
                    </a:lnTo>
                    <a:lnTo>
                      <a:pt x="29263" y="701"/>
                    </a:lnTo>
                    <a:lnTo>
                      <a:pt x="28835" y="565"/>
                    </a:lnTo>
                    <a:lnTo>
                      <a:pt x="28387" y="428"/>
                    </a:lnTo>
                    <a:lnTo>
                      <a:pt x="27939" y="312"/>
                    </a:lnTo>
                    <a:lnTo>
                      <a:pt x="27492" y="214"/>
                    </a:lnTo>
                    <a:lnTo>
                      <a:pt x="27044" y="136"/>
                    </a:lnTo>
                    <a:lnTo>
                      <a:pt x="26596" y="78"/>
                    </a:lnTo>
                    <a:lnTo>
                      <a:pt x="26129" y="19"/>
                    </a:lnTo>
                    <a:lnTo>
                      <a:pt x="2568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0" name="Google Shape;7160;p32"/>
              <p:cNvSpPr/>
              <p:nvPr/>
            </p:nvSpPr>
            <p:spPr>
              <a:xfrm>
                <a:off x="5533200" y="-2000250"/>
                <a:ext cx="1268450" cy="1707000"/>
              </a:xfrm>
              <a:custGeom>
                <a:avLst/>
                <a:gdLst/>
                <a:ahLst/>
                <a:cxnLst/>
                <a:rect l="l" t="t" r="r" b="b"/>
                <a:pathLst>
                  <a:path w="50738" h="68280" fill="none" extrusionOk="0">
                    <a:moveTo>
                      <a:pt x="18127" y="66936"/>
                    </a:moveTo>
                    <a:lnTo>
                      <a:pt x="18127" y="66936"/>
                    </a:lnTo>
                    <a:lnTo>
                      <a:pt x="17445" y="66644"/>
                    </a:lnTo>
                    <a:lnTo>
                      <a:pt x="16783" y="66313"/>
                    </a:lnTo>
                    <a:lnTo>
                      <a:pt x="16141" y="65982"/>
                    </a:lnTo>
                    <a:lnTo>
                      <a:pt x="15498" y="65612"/>
                    </a:lnTo>
                    <a:lnTo>
                      <a:pt x="14875" y="65223"/>
                    </a:lnTo>
                    <a:lnTo>
                      <a:pt x="14252" y="64814"/>
                    </a:lnTo>
                    <a:lnTo>
                      <a:pt x="13629" y="64386"/>
                    </a:lnTo>
                    <a:lnTo>
                      <a:pt x="13045" y="63938"/>
                    </a:lnTo>
                    <a:lnTo>
                      <a:pt x="12442" y="63471"/>
                    </a:lnTo>
                    <a:lnTo>
                      <a:pt x="11877" y="63003"/>
                    </a:lnTo>
                    <a:lnTo>
                      <a:pt x="11293" y="62517"/>
                    </a:lnTo>
                    <a:lnTo>
                      <a:pt x="10748" y="62010"/>
                    </a:lnTo>
                    <a:lnTo>
                      <a:pt x="10183" y="61504"/>
                    </a:lnTo>
                    <a:lnTo>
                      <a:pt x="9638" y="60998"/>
                    </a:lnTo>
                    <a:lnTo>
                      <a:pt x="8587" y="59947"/>
                    </a:lnTo>
                    <a:lnTo>
                      <a:pt x="8587" y="59947"/>
                    </a:lnTo>
                    <a:lnTo>
                      <a:pt x="7613" y="58915"/>
                    </a:lnTo>
                    <a:lnTo>
                      <a:pt x="6659" y="57883"/>
                    </a:lnTo>
                    <a:lnTo>
                      <a:pt x="6192" y="57338"/>
                    </a:lnTo>
                    <a:lnTo>
                      <a:pt x="5744" y="56812"/>
                    </a:lnTo>
                    <a:lnTo>
                      <a:pt x="5296" y="56267"/>
                    </a:lnTo>
                    <a:lnTo>
                      <a:pt x="4849" y="55702"/>
                    </a:lnTo>
                    <a:lnTo>
                      <a:pt x="4440" y="55138"/>
                    </a:lnTo>
                    <a:lnTo>
                      <a:pt x="4031" y="54573"/>
                    </a:lnTo>
                    <a:lnTo>
                      <a:pt x="3622" y="53989"/>
                    </a:lnTo>
                    <a:lnTo>
                      <a:pt x="3252" y="53385"/>
                    </a:lnTo>
                    <a:lnTo>
                      <a:pt x="2882" y="52801"/>
                    </a:lnTo>
                    <a:lnTo>
                      <a:pt x="2532" y="52178"/>
                    </a:lnTo>
                    <a:lnTo>
                      <a:pt x="2201" y="51555"/>
                    </a:lnTo>
                    <a:lnTo>
                      <a:pt x="1889" y="50932"/>
                    </a:lnTo>
                    <a:lnTo>
                      <a:pt x="1889" y="50932"/>
                    </a:lnTo>
                    <a:lnTo>
                      <a:pt x="1675" y="50445"/>
                    </a:lnTo>
                    <a:lnTo>
                      <a:pt x="1461" y="49978"/>
                    </a:lnTo>
                    <a:lnTo>
                      <a:pt x="1266" y="49491"/>
                    </a:lnTo>
                    <a:lnTo>
                      <a:pt x="1071" y="48985"/>
                    </a:lnTo>
                    <a:lnTo>
                      <a:pt x="896" y="48498"/>
                    </a:lnTo>
                    <a:lnTo>
                      <a:pt x="741" y="47992"/>
                    </a:lnTo>
                    <a:lnTo>
                      <a:pt x="604" y="47486"/>
                    </a:lnTo>
                    <a:lnTo>
                      <a:pt x="468" y="46960"/>
                    </a:lnTo>
                    <a:lnTo>
                      <a:pt x="351" y="46454"/>
                    </a:lnTo>
                    <a:lnTo>
                      <a:pt x="254" y="45948"/>
                    </a:lnTo>
                    <a:lnTo>
                      <a:pt x="176" y="45422"/>
                    </a:lnTo>
                    <a:lnTo>
                      <a:pt x="98" y="44897"/>
                    </a:lnTo>
                    <a:lnTo>
                      <a:pt x="59" y="44371"/>
                    </a:lnTo>
                    <a:lnTo>
                      <a:pt x="20" y="43845"/>
                    </a:lnTo>
                    <a:lnTo>
                      <a:pt x="1" y="43320"/>
                    </a:lnTo>
                    <a:lnTo>
                      <a:pt x="1" y="42794"/>
                    </a:lnTo>
                    <a:lnTo>
                      <a:pt x="1" y="42794"/>
                    </a:lnTo>
                    <a:lnTo>
                      <a:pt x="40" y="41859"/>
                    </a:lnTo>
                    <a:lnTo>
                      <a:pt x="98" y="40905"/>
                    </a:lnTo>
                    <a:lnTo>
                      <a:pt x="137" y="40419"/>
                    </a:lnTo>
                    <a:lnTo>
                      <a:pt x="195" y="39951"/>
                    </a:lnTo>
                    <a:lnTo>
                      <a:pt x="273" y="39465"/>
                    </a:lnTo>
                    <a:lnTo>
                      <a:pt x="351" y="38978"/>
                    </a:lnTo>
                    <a:lnTo>
                      <a:pt x="448" y="38511"/>
                    </a:lnTo>
                    <a:lnTo>
                      <a:pt x="565" y="38043"/>
                    </a:lnTo>
                    <a:lnTo>
                      <a:pt x="702" y="37596"/>
                    </a:lnTo>
                    <a:lnTo>
                      <a:pt x="857" y="37148"/>
                    </a:lnTo>
                    <a:lnTo>
                      <a:pt x="1052" y="36700"/>
                    </a:lnTo>
                    <a:lnTo>
                      <a:pt x="1247" y="36272"/>
                    </a:lnTo>
                    <a:lnTo>
                      <a:pt x="1480" y="35863"/>
                    </a:lnTo>
                    <a:lnTo>
                      <a:pt x="1733" y="35473"/>
                    </a:lnTo>
                    <a:lnTo>
                      <a:pt x="1733" y="35473"/>
                    </a:lnTo>
                    <a:lnTo>
                      <a:pt x="2064" y="35045"/>
                    </a:lnTo>
                    <a:lnTo>
                      <a:pt x="2415" y="34656"/>
                    </a:lnTo>
                    <a:lnTo>
                      <a:pt x="2785" y="34286"/>
                    </a:lnTo>
                    <a:lnTo>
                      <a:pt x="3194" y="33955"/>
                    </a:lnTo>
                    <a:lnTo>
                      <a:pt x="3641" y="33643"/>
                    </a:lnTo>
                    <a:lnTo>
                      <a:pt x="4089" y="33390"/>
                    </a:lnTo>
                    <a:lnTo>
                      <a:pt x="4557" y="33157"/>
                    </a:lnTo>
                    <a:lnTo>
                      <a:pt x="5043" y="32962"/>
                    </a:lnTo>
                    <a:lnTo>
                      <a:pt x="5549" y="32806"/>
                    </a:lnTo>
                    <a:lnTo>
                      <a:pt x="6056" y="32689"/>
                    </a:lnTo>
                    <a:lnTo>
                      <a:pt x="6562" y="32611"/>
                    </a:lnTo>
                    <a:lnTo>
                      <a:pt x="6834" y="32611"/>
                    </a:lnTo>
                    <a:lnTo>
                      <a:pt x="7088" y="32592"/>
                    </a:lnTo>
                    <a:lnTo>
                      <a:pt x="7341" y="32611"/>
                    </a:lnTo>
                    <a:lnTo>
                      <a:pt x="7594" y="32631"/>
                    </a:lnTo>
                    <a:lnTo>
                      <a:pt x="7847" y="32650"/>
                    </a:lnTo>
                    <a:lnTo>
                      <a:pt x="8100" y="32709"/>
                    </a:lnTo>
                    <a:lnTo>
                      <a:pt x="8353" y="32767"/>
                    </a:lnTo>
                    <a:lnTo>
                      <a:pt x="8587" y="32845"/>
                    </a:lnTo>
                    <a:lnTo>
                      <a:pt x="8840" y="32923"/>
                    </a:lnTo>
                    <a:lnTo>
                      <a:pt x="9073" y="33020"/>
                    </a:lnTo>
                    <a:lnTo>
                      <a:pt x="9073" y="33020"/>
                    </a:lnTo>
                    <a:lnTo>
                      <a:pt x="9015" y="32767"/>
                    </a:lnTo>
                    <a:lnTo>
                      <a:pt x="8957" y="32495"/>
                    </a:lnTo>
                    <a:lnTo>
                      <a:pt x="8937" y="32241"/>
                    </a:lnTo>
                    <a:lnTo>
                      <a:pt x="8918" y="31969"/>
                    </a:lnTo>
                    <a:lnTo>
                      <a:pt x="8937" y="31696"/>
                    </a:lnTo>
                    <a:lnTo>
                      <a:pt x="8976" y="31424"/>
                    </a:lnTo>
                    <a:lnTo>
                      <a:pt x="9034" y="31171"/>
                    </a:lnTo>
                    <a:lnTo>
                      <a:pt x="9112" y="30918"/>
                    </a:lnTo>
                    <a:lnTo>
                      <a:pt x="9210" y="30664"/>
                    </a:lnTo>
                    <a:lnTo>
                      <a:pt x="9327" y="30411"/>
                    </a:lnTo>
                    <a:lnTo>
                      <a:pt x="9463" y="30178"/>
                    </a:lnTo>
                    <a:lnTo>
                      <a:pt x="9619" y="29964"/>
                    </a:lnTo>
                    <a:lnTo>
                      <a:pt x="9794" y="29749"/>
                    </a:lnTo>
                    <a:lnTo>
                      <a:pt x="9988" y="29574"/>
                    </a:lnTo>
                    <a:lnTo>
                      <a:pt x="10183" y="29399"/>
                    </a:lnTo>
                    <a:lnTo>
                      <a:pt x="10417" y="29243"/>
                    </a:lnTo>
                    <a:lnTo>
                      <a:pt x="10417" y="29243"/>
                    </a:lnTo>
                    <a:lnTo>
                      <a:pt x="10631" y="29107"/>
                    </a:lnTo>
                    <a:lnTo>
                      <a:pt x="10884" y="28990"/>
                    </a:lnTo>
                    <a:lnTo>
                      <a:pt x="11137" y="28893"/>
                    </a:lnTo>
                    <a:lnTo>
                      <a:pt x="11390" y="28815"/>
                    </a:lnTo>
                    <a:lnTo>
                      <a:pt x="11663" y="28776"/>
                    </a:lnTo>
                    <a:lnTo>
                      <a:pt x="11916" y="28737"/>
                    </a:lnTo>
                    <a:lnTo>
                      <a:pt x="12189" y="28737"/>
                    </a:lnTo>
                    <a:lnTo>
                      <a:pt x="12461" y="28756"/>
                    </a:lnTo>
                    <a:lnTo>
                      <a:pt x="12734" y="28776"/>
                    </a:lnTo>
                    <a:lnTo>
                      <a:pt x="12987" y="28834"/>
                    </a:lnTo>
                    <a:lnTo>
                      <a:pt x="13259" y="28912"/>
                    </a:lnTo>
                    <a:lnTo>
                      <a:pt x="13512" y="29010"/>
                    </a:lnTo>
                    <a:lnTo>
                      <a:pt x="13746" y="29126"/>
                    </a:lnTo>
                    <a:lnTo>
                      <a:pt x="13980" y="29263"/>
                    </a:lnTo>
                    <a:lnTo>
                      <a:pt x="14194" y="29418"/>
                    </a:lnTo>
                    <a:lnTo>
                      <a:pt x="14408" y="29574"/>
                    </a:lnTo>
                    <a:lnTo>
                      <a:pt x="14408" y="29574"/>
                    </a:lnTo>
                    <a:lnTo>
                      <a:pt x="14077" y="28387"/>
                    </a:lnTo>
                    <a:lnTo>
                      <a:pt x="13785" y="27179"/>
                    </a:lnTo>
                    <a:lnTo>
                      <a:pt x="13551" y="25972"/>
                    </a:lnTo>
                    <a:lnTo>
                      <a:pt x="13357" y="24746"/>
                    </a:lnTo>
                    <a:lnTo>
                      <a:pt x="13201" y="23519"/>
                    </a:lnTo>
                    <a:lnTo>
                      <a:pt x="13084" y="22293"/>
                    </a:lnTo>
                    <a:lnTo>
                      <a:pt x="13026" y="21047"/>
                    </a:lnTo>
                    <a:lnTo>
                      <a:pt x="12987" y="19820"/>
                    </a:lnTo>
                    <a:lnTo>
                      <a:pt x="13006" y="18574"/>
                    </a:lnTo>
                    <a:lnTo>
                      <a:pt x="13084" y="17347"/>
                    </a:lnTo>
                    <a:lnTo>
                      <a:pt x="13181" y="16101"/>
                    </a:lnTo>
                    <a:lnTo>
                      <a:pt x="13337" y="14875"/>
                    </a:lnTo>
                    <a:lnTo>
                      <a:pt x="13532" y="13648"/>
                    </a:lnTo>
                    <a:lnTo>
                      <a:pt x="13766" y="12441"/>
                    </a:lnTo>
                    <a:lnTo>
                      <a:pt x="14058" y="11234"/>
                    </a:lnTo>
                    <a:lnTo>
                      <a:pt x="14389" y="10046"/>
                    </a:lnTo>
                    <a:lnTo>
                      <a:pt x="14389" y="10046"/>
                    </a:lnTo>
                    <a:lnTo>
                      <a:pt x="14564" y="9443"/>
                    </a:lnTo>
                    <a:lnTo>
                      <a:pt x="14759" y="8839"/>
                    </a:lnTo>
                    <a:lnTo>
                      <a:pt x="14992" y="8236"/>
                    </a:lnTo>
                    <a:lnTo>
                      <a:pt x="15226" y="7632"/>
                    </a:lnTo>
                    <a:lnTo>
                      <a:pt x="15459" y="7048"/>
                    </a:lnTo>
                    <a:lnTo>
                      <a:pt x="15732" y="6464"/>
                    </a:lnTo>
                    <a:lnTo>
                      <a:pt x="16024" y="5899"/>
                    </a:lnTo>
                    <a:lnTo>
                      <a:pt x="16336" y="5354"/>
                    </a:lnTo>
                    <a:lnTo>
                      <a:pt x="16667" y="4809"/>
                    </a:lnTo>
                    <a:lnTo>
                      <a:pt x="17017" y="4283"/>
                    </a:lnTo>
                    <a:lnTo>
                      <a:pt x="17387" y="3777"/>
                    </a:lnTo>
                    <a:lnTo>
                      <a:pt x="17796" y="3310"/>
                    </a:lnTo>
                    <a:lnTo>
                      <a:pt x="18224" y="2843"/>
                    </a:lnTo>
                    <a:lnTo>
                      <a:pt x="18672" y="2414"/>
                    </a:lnTo>
                    <a:lnTo>
                      <a:pt x="19159" y="2025"/>
                    </a:lnTo>
                    <a:lnTo>
                      <a:pt x="19665" y="1635"/>
                    </a:lnTo>
                    <a:lnTo>
                      <a:pt x="19665" y="1635"/>
                    </a:lnTo>
                    <a:lnTo>
                      <a:pt x="20054" y="1402"/>
                    </a:lnTo>
                    <a:lnTo>
                      <a:pt x="20444" y="1168"/>
                    </a:lnTo>
                    <a:lnTo>
                      <a:pt x="20833" y="954"/>
                    </a:lnTo>
                    <a:lnTo>
                      <a:pt x="21261" y="779"/>
                    </a:lnTo>
                    <a:lnTo>
                      <a:pt x="21670" y="604"/>
                    </a:lnTo>
                    <a:lnTo>
                      <a:pt x="22098" y="467"/>
                    </a:lnTo>
                    <a:lnTo>
                      <a:pt x="22527" y="331"/>
                    </a:lnTo>
                    <a:lnTo>
                      <a:pt x="22975" y="234"/>
                    </a:lnTo>
                    <a:lnTo>
                      <a:pt x="23403" y="136"/>
                    </a:lnTo>
                    <a:lnTo>
                      <a:pt x="23851" y="78"/>
                    </a:lnTo>
                    <a:lnTo>
                      <a:pt x="24318" y="39"/>
                    </a:lnTo>
                    <a:lnTo>
                      <a:pt x="24766" y="0"/>
                    </a:lnTo>
                    <a:lnTo>
                      <a:pt x="25214" y="0"/>
                    </a:lnTo>
                    <a:lnTo>
                      <a:pt x="25681" y="0"/>
                    </a:lnTo>
                    <a:lnTo>
                      <a:pt x="26129" y="19"/>
                    </a:lnTo>
                    <a:lnTo>
                      <a:pt x="26596" y="78"/>
                    </a:lnTo>
                    <a:lnTo>
                      <a:pt x="27044" y="136"/>
                    </a:lnTo>
                    <a:lnTo>
                      <a:pt x="27492" y="214"/>
                    </a:lnTo>
                    <a:lnTo>
                      <a:pt x="27939" y="312"/>
                    </a:lnTo>
                    <a:lnTo>
                      <a:pt x="28387" y="428"/>
                    </a:lnTo>
                    <a:lnTo>
                      <a:pt x="28835" y="565"/>
                    </a:lnTo>
                    <a:lnTo>
                      <a:pt x="29263" y="701"/>
                    </a:lnTo>
                    <a:lnTo>
                      <a:pt x="29711" y="876"/>
                    </a:lnTo>
                    <a:lnTo>
                      <a:pt x="30139" y="1051"/>
                    </a:lnTo>
                    <a:lnTo>
                      <a:pt x="30548" y="1246"/>
                    </a:lnTo>
                    <a:lnTo>
                      <a:pt x="30957" y="1460"/>
                    </a:lnTo>
                    <a:lnTo>
                      <a:pt x="31366" y="1694"/>
                    </a:lnTo>
                    <a:lnTo>
                      <a:pt x="31755" y="1927"/>
                    </a:lnTo>
                    <a:lnTo>
                      <a:pt x="32145" y="2181"/>
                    </a:lnTo>
                    <a:lnTo>
                      <a:pt x="32515" y="2453"/>
                    </a:lnTo>
                    <a:lnTo>
                      <a:pt x="32865" y="2745"/>
                    </a:lnTo>
                    <a:lnTo>
                      <a:pt x="33216" y="3037"/>
                    </a:lnTo>
                    <a:lnTo>
                      <a:pt x="33216" y="3037"/>
                    </a:lnTo>
                    <a:lnTo>
                      <a:pt x="33566" y="3349"/>
                    </a:lnTo>
                    <a:lnTo>
                      <a:pt x="33877" y="3680"/>
                    </a:lnTo>
                    <a:lnTo>
                      <a:pt x="34189" y="4011"/>
                    </a:lnTo>
                    <a:lnTo>
                      <a:pt x="34501" y="4342"/>
                    </a:lnTo>
                    <a:lnTo>
                      <a:pt x="34793" y="4692"/>
                    </a:lnTo>
                    <a:lnTo>
                      <a:pt x="35065" y="5062"/>
                    </a:lnTo>
                    <a:lnTo>
                      <a:pt x="35318" y="5432"/>
                    </a:lnTo>
                    <a:lnTo>
                      <a:pt x="35571" y="5802"/>
                    </a:lnTo>
                    <a:lnTo>
                      <a:pt x="35824" y="6191"/>
                    </a:lnTo>
                    <a:lnTo>
                      <a:pt x="36058" y="6581"/>
                    </a:lnTo>
                    <a:lnTo>
                      <a:pt x="36272" y="6990"/>
                    </a:lnTo>
                    <a:lnTo>
                      <a:pt x="36467" y="7398"/>
                    </a:lnTo>
                    <a:lnTo>
                      <a:pt x="36681" y="7807"/>
                    </a:lnTo>
                    <a:lnTo>
                      <a:pt x="36856" y="8216"/>
                    </a:lnTo>
                    <a:lnTo>
                      <a:pt x="37032" y="8644"/>
                    </a:lnTo>
                    <a:lnTo>
                      <a:pt x="37187" y="9073"/>
                    </a:lnTo>
                    <a:lnTo>
                      <a:pt x="37343" y="9521"/>
                    </a:lnTo>
                    <a:lnTo>
                      <a:pt x="37479" y="9949"/>
                    </a:lnTo>
                    <a:lnTo>
                      <a:pt x="37596" y="10397"/>
                    </a:lnTo>
                    <a:lnTo>
                      <a:pt x="37713" y="10845"/>
                    </a:lnTo>
                    <a:lnTo>
                      <a:pt x="37927" y="11740"/>
                    </a:lnTo>
                    <a:lnTo>
                      <a:pt x="38083" y="12655"/>
                    </a:lnTo>
                    <a:lnTo>
                      <a:pt x="38200" y="13570"/>
                    </a:lnTo>
                    <a:lnTo>
                      <a:pt x="38258" y="14505"/>
                    </a:lnTo>
                    <a:lnTo>
                      <a:pt x="38297" y="15420"/>
                    </a:lnTo>
                    <a:lnTo>
                      <a:pt x="38278" y="16335"/>
                    </a:lnTo>
                    <a:lnTo>
                      <a:pt x="38278" y="16335"/>
                    </a:lnTo>
                    <a:lnTo>
                      <a:pt x="38219" y="17250"/>
                    </a:lnTo>
                    <a:lnTo>
                      <a:pt x="38122" y="18165"/>
                    </a:lnTo>
                    <a:lnTo>
                      <a:pt x="38005" y="19080"/>
                    </a:lnTo>
                    <a:lnTo>
                      <a:pt x="37849" y="19976"/>
                    </a:lnTo>
                    <a:lnTo>
                      <a:pt x="37655" y="20871"/>
                    </a:lnTo>
                    <a:lnTo>
                      <a:pt x="37440" y="21767"/>
                    </a:lnTo>
                    <a:lnTo>
                      <a:pt x="37207" y="22643"/>
                    </a:lnTo>
                    <a:lnTo>
                      <a:pt x="36934" y="23519"/>
                    </a:lnTo>
                    <a:lnTo>
                      <a:pt x="36642" y="24395"/>
                    </a:lnTo>
                    <a:lnTo>
                      <a:pt x="36331" y="25252"/>
                    </a:lnTo>
                    <a:lnTo>
                      <a:pt x="36000" y="26128"/>
                    </a:lnTo>
                    <a:lnTo>
                      <a:pt x="35649" y="26965"/>
                    </a:lnTo>
                    <a:lnTo>
                      <a:pt x="35279" y="27822"/>
                    </a:lnTo>
                    <a:lnTo>
                      <a:pt x="34909" y="28659"/>
                    </a:lnTo>
                    <a:lnTo>
                      <a:pt x="34501" y="29496"/>
                    </a:lnTo>
                    <a:lnTo>
                      <a:pt x="34092" y="30314"/>
                    </a:lnTo>
                    <a:lnTo>
                      <a:pt x="34092" y="30314"/>
                    </a:lnTo>
                    <a:lnTo>
                      <a:pt x="34150" y="30197"/>
                    </a:lnTo>
                    <a:lnTo>
                      <a:pt x="34208" y="30080"/>
                    </a:lnTo>
                    <a:lnTo>
                      <a:pt x="34345" y="29886"/>
                    </a:lnTo>
                    <a:lnTo>
                      <a:pt x="34520" y="29730"/>
                    </a:lnTo>
                    <a:lnTo>
                      <a:pt x="34715" y="29594"/>
                    </a:lnTo>
                    <a:lnTo>
                      <a:pt x="34929" y="29496"/>
                    </a:lnTo>
                    <a:lnTo>
                      <a:pt x="35162" y="29438"/>
                    </a:lnTo>
                    <a:lnTo>
                      <a:pt x="35396" y="29399"/>
                    </a:lnTo>
                    <a:lnTo>
                      <a:pt x="35649" y="29399"/>
                    </a:lnTo>
                    <a:lnTo>
                      <a:pt x="35922" y="29418"/>
                    </a:lnTo>
                    <a:lnTo>
                      <a:pt x="36175" y="29457"/>
                    </a:lnTo>
                    <a:lnTo>
                      <a:pt x="36428" y="29535"/>
                    </a:lnTo>
                    <a:lnTo>
                      <a:pt x="36681" y="29652"/>
                    </a:lnTo>
                    <a:lnTo>
                      <a:pt x="36895" y="29769"/>
                    </a:lnTo>
                    <a:lnTo>
                      <a:pt x="37109" y="29925"/>
                    </a:lnTo>
                    <a:lnTo>
                      <a:pt x="37304" y="30100"/>
                    </a:lnTo>
                    <a:lnTo>
                      <a:pt x="37460" y="30314"/>
                    </a:lnTo>
                    <a:lnTo>
                      <a:pt x="37460" y="30314"/>
                    </a:lnTo>
                    <a:lnTo>
                      <a:pt x="37616" y="30528"/>
                    </a:lnTo>
                    <a:lnTo>
                      <a:pt x="37732" y="30742"/>
                    </a:lnTo>
                    <a:lnTo>
                      <a:pt x="37830" y="30976"/>
                    </a:lnTo>
                    <a:lnTo>
                      <a:pt x="37908" y="31229"/>
                    </a:lnTo>
                    <a:lnTo>
                      <a:pt x="37966" y="31463"/>
                    </a:lnTo>
                    <a:lnTo>
                      <a:pt x="38024" y="31716"/>
                    </a:lnTo>
                    <a:lnTo>
                      <a:pt x="38044" y="31969"/>
                    </a:lnTo>
                    <a:lnTo>
                      <a:pt x="38083" y="32241"/>
                    </a:lnTo>
                    <a:lnTo>
                      <a:pt x="38083" y="32767"/>
                    </a:lnTo>
                    <a:lnTo>
                      <a:pt x="38063" y="33293"/>
                    </a:lnTo>
                    <a:lnTo>
                      <a:pt x="38024" y="33818"/>
                    </a:lnTo>
                    <a:lnTo>
                      <a:pt x="37966" y="34344"/>
                    </a:lnTo>
                    <a:lnTo>
                      <a:pt x="37966" y="34344"/>
                    </a:lnTo>
                    <a:lnTo>
                      <a:pt x="38141" y="34111"/>
                    </a:lnTo>
                    <a:lnTo>
                      <a:pt x="38355" y="33896"/>
                    </a:lnTo>
                    <a:lnTo>
                      <a:pt x="38570" y="33682"/>
                    </a:lnTo>
                    <a:lnTo>
                      <a:pt x="38784" y="33507"/>
                    </a:lnTo>
                    <a:lnTo>
                      <a:pt x="39017" y="33332"/>
                    </a:lnTo>
                    <a:lnTo>
                      <a:pt x="39271" y="33157"/>
                    </a:lnTo>
                    <a:lnTo>
                      <a:pt x="39524" y="33020"/>
                    </a:lnTo>
                    <a:lnTo>
                      <a:pt x="39777" y="32884"/>
                    </a:lnTo>
                    <a:lnTo>
                      <a:pt x="40049" y="32767"/>
                    </a:lnTo>
                    <a:lnTo>
                      <a:pt x="40322" y="32650"/>
                    </a:lnTo>
                    <a:lnTo>
                      <a:pt x="40594" y="32553"/>
                    </a:lnTo>
                    <a:lnTo>
                      <a:pt x="40886" y="32475"/>
                    </a:lnTo>
                    <a:lnTo>
                      <a:pt x="41159" y="32417"/>
                    </a:lnTo>
                    <a:lnTo>
                      <a:pt x="41471" y="32358"/>
                    </a:lnTo>
                    <a:lnTo>
                      <a:pt x="41763" y="32319"/>
                    </a:lnTo>
                    <a:lnTo>
                      <a:pt x="42055" y="32280"/>
                    </a:lnTo>
                    <a:lnTo>
                      <a:pt x="42347" y="32261"/>
                    </a:lnTo>
                    <a:lnTo>
                      <a:pt x="42658" y="32261"/>
                    </a:lnTo>
                    <a:lnTo>
                      <a:pt x="42950" y="32261"/>
                    </a:lnTo>
                    <a:lnTo>
                      <a:pt x="43262" y="32300"/>
                    </a:lnTo>
                    <a:lnTo>
                      <a:pt x="43554" y="32319"/>
                    </a:lnTo>
                    <a:lnTo>
                      <a:pt x="43865" y="32378"/>
                    </a:lnTo>
                    <a:lnTo>
                      <a:pt x="44157" y="32417"/>
                    </a:lnTo>
                    <a:lnTo>
                      <a:pt x="44449" y="32495"/>
                    </a:lnTo>
                    <a:lnTo>
                      <a:pt x="44761" y="32572"/>
                    </a:lnTo>
                    <a:lnTo>
                      <a:pt x="45033" y="32670"/>
                    </a:lnTo>
                    <a:lnTo>
                      <a:pt x="45325" y="32767"/>
                    </a:lnTo>
                    <a:lnTo>
                      <a:pt x="45598" y="32884"/>
                    </a:lnTo>
                    <a:lnTo>
                      <a:pt x="45871" y="33020"/>
                    </a:lnTo>
                    <a:lnTo>
                      <a:pt x="46143" y="33157"/>
                    </a:lnTo>
                    <a:lnTo>
                      <a:pt x="46416" y="33312"/>
                    </a:lnTo>
                    <a:lnTo>
                      <a:pt x="46669" y="33468"/>
                    </a:lnTo>
                    <a:lnTo>
                      <a:pt x="46669" y="33468"/>
                    </a:lnTo>
                    <a:lnTo>
                      <a:pt x="46941" y="33682"/>
                    </a:lnTo>
                    <a:lnTo>
                      <a:pt x="47195" y="33877"/>
                    </a:lnTo>
                    <a:lnTo>
                      <a:pt x="47467" y="34091"/>
                    </a:lnTo>
                    <a:lnTo>
                      <a:pt x="47701" y="34305"/>
                    </a:lnTo>
                    <a:lnTo>
                      <a:pt x="48149" y="34734"/>
                    </a:lnTo>
                    <a:lnTo>
                      <a:pt x="48577" y="35201"/>
                    </a:lnTo>
                    <a:lnTo>
                      <a:pt x="48947" y="35688"/>
                    </a:lnTo>
                    <a:lnTo>
                      <a:pt x="49278" y="36194"/>
                    </a:lnTo>
                    <a:lnTo>
                      <a:pt x="49570" y="36719"/>
                    </a:lnTo>
                    <a:lnTo>
                      <a:pt x="49823" y="37245"/>
                    </a:lnTo>
                    <a:lnTo>
                      <a:pt x="50037" y="37790"/>
                    </a:lnTo>
                    <a:lnTo>
                      <a:pt x="50232" y="38355"/>
                    </a:lnTo>
                    <a:lnTo>
                      <a:pt x="50388" y="38939"/>
                    </a:lnTo>
                    <a:lnTo>
                      <a:pt x="50504" y="39523"/>
                    </a:lnTo>
                    <a:lnTo>
                      <a:pt x="50602" y="40127"/>
                    </a:lnTo>
                    <a:lnTo>
                      <a:pt x="50680" y="40730"/>
                    </a:lnTo>
                    <a:lnTo>
                      <a:pt x="50719" y="41353"/>
                    </a:lnTo>
                    <a:lnTo>
                      <a:pt x="50738" y="41976"/>
                    </a:lnTo>
                    <a:lnTo>
                      <a:pt x="50738" y="42599"/>
                    </a:lnTo>
                    <a:lnTo>
                      <a:pt x="50719" y="43222"/>
                    </a:lnTo>
                    <a:lnTo>
                      <a:pt x="50680" y="43865"/>
                    </a:lnTo>
                    <a:lnTo>
                      <a:pt x="50621" y="44507"/>
                    </a:lnTo>
                    <a:lnTo>
                      <a:pt x="50543" y="45130"/>
                    </a:lnTo>
                    <a:lnTo>
                      <a:pt x="50465" y="45773"/>
                    </a:lnTo>
                    <a:lnTo>
                      <a:pt x="50349" y="46396"/>
                    </a:lnTo>
                    <a:lnTo>
                      <a:pt x="50232" y="47038"/>
                    </a:lnTo>
                    <a:lnTo>
                      <a:pt x="49979" y="48284"/>
                    </a:lnTo>
                    <a:lnTo>
                      <a:pt x="49706" y="49491"/>
                    </a:lnTo>
                    <a:lnTo>
                      <a:pt x="49395" y="50679"/>
                    </a:lnTo>
                    <a:lnTo>
                      <a:pt x="49103" y="51828"/>
                    </a:lnTo>
                    <a:lnTo>
                      <a:pt x="49103" y="51828"/>
                    </a:lnTo>
                    <a:lnTo>
                      <a:pt x="48927" y="52451"/>
                    </a:lnTo>
                    <a:lnTo>
                      <a:pt x="48733" y="53074"/>
                    </a:lnTo>
                    <a:lnTo>
                      <a:pt x="48538" y="53697"/>
                    </a:lnTo>
                    <a:lnTo>
                      <a:pt x="48304" y="54320"/>
                    </a:lnTo>
                    <a:lnTo>
                      <a:pt x="48071" y="54923"/>
                    </a:lnTo>
                    <a:lnTo>
                      <a:pt x="47818" y="55527"/>
                    </a:lnTo>
                    <a:lnTo>
                      <a:pt x="47564" y="56131"/>
                    </a:lnTo>
                    <a:lnTo>
                      <a:pt x="47272" y="56715"/>
                    </a:lnTo>
                    <a:lnTo>
                      <a:pt x="46961" y="57299"/>
                    </a:lnTo>
                    <a:lnTo>
                      <a:pt x="46649" y="57863"/>
                    </a:lnTo>
                    <a:lnTo>
                      <a:pt x="46318" y="58428"/>
                    </a:lnTo>
                    <a:lnTo>
                      <a:pt x="45949" y="58973"/>
                    </a:lnTo>
                    <a:lnTo>
                      <a:pt x="45579" y="59499"/>
                    </a:lnTo>
                    <a:lnTo>
                      <a:pt x="45189" y="60024"/>
                    </a:lnTo>
                    <a:lnTo>
                      <a:pt x="44780" y="60511"/>
                    </a:lnTo>
                    <a:lnTo>
                      <a:pt x="44333" y="60998"/>
                    </a:lnTo>
                    <a:lnTo>
                      <a:pt x="44333" y="60998"/>
                    </a:lnTo>
                    <a:lnTo>
                      <a:pt x="43729" y="61621"/>
                    </a:lnTo>
                    <a:lnTo>
                      <a:pt x="43106" y="62205"/>
                    </a:lnTo>
                    <a:lnTo>
                      <a:pt x="42444" y="62750"/>
                    </a:lnTo>
                    <a:lnTo>
                      <a:pt x="41763" y="63256"/>
                    </a:lnTo>
                    <a:lnTo>
                      <a:pt x="41062" y="63743"/>
                    </a:lnTo>
                    <a:lnTo>
                      <a:pt x="40322" y="64210"/>
                    </a:lnTo>
                    <a:lnTo>
                      <a:pt x="39582" y="64639"/>
                    </a:lnTo>
                    <a:lnTo>
                      <a:pt x="38803" y="65028"/>
                    </a:lnTo>
                    <a:lnTo>
                      <a:pt x="38024" y="65398"/>
                    </a:lnTo>
                    <a:lnTo>
                      <a:pt x="37246" y="65748"/>
                    </a:lnTo>
                    <a:lnTo>
                      <a:pt x="36428" y="66060"/>
                    </a:lnTo>
                    <a:lnTo>
                      <a:pt x="35610" y="66371"/>
                    </a:lnTo>
                    <a:lnTo>
                      <a:pt x="34793" y="66644"/>
                    </a:lnTo>
                    <a:lnTo>
                      <a:pt x="33955" y="66897"/>
                    </a:lnTo>
                    <a:lnTo>
                      <a:pt x="33118" y="67131"/>
                    </a:lnTo>
                    <a:lnTo>
                      <a:pt x="32281" y="67345"/>
                    </a:lnTo>
                    <a:lnTo>
                      <a:pt x="32281" y="67345"/>
                    </a:lnTo>
                    <a:lnTo>
                      <a:pt x="31541" y="67520"/>
                    </a:lnTo>
                    <a:lnTo>
                      <a:pt x="30801" y="67676"/>
                    </a:lnTo>
                    <a:lnTo>
                      <a:pt x="30042" y="67812"/>
                    </a:lnTo>
                    <a:lnTo>
                      <a:pt x="29283" y="67948"/>
                    </a:lnTo>
                    <a:lnTo>
                      <a:pt x="28543" y="68046"/>
                    </a:lnTo>
                    <a:lnTo>
                      <a:pt x="27784" y="68143"/>
                    </a:lnTo>
                    <a:lnTo>
                      <a:pt x="27024" y="68221"/>
                    </a:lnTo>
                    <a:lnTo>
                      <a:pt x="26265" y="68260"/>
                    </a:lnTo>
                    <a:lnTo>
                      <a:pt x="25506" y="68279"/>
                    </a:lnTo>
                    <a:lnTo>
                      <a:pt x="24746" y="68279"/>
                    </a:lnTo>
                    <a:lnTo>
                      <a:pt x="23987" y="68260"/>
                    </a:lnTo>
                    <a:lnTo>
                      <a:pt x="23228" y="68202"/>
                    </a:lnTo>
                    <a:lnTo>
                      <a:pt x="22488" y="68104"/>
                    </a:lnTo>
                    <a:lnTo>
                      <a:pt x="21729" y="67987"/>
                    </a:lnTo>
                    <a:lnTo>
                      <a:pt x="20989" y="67851"/>
                    </a:lnTo>
                    <a:lnTo>
                      <a:pt x="20249" y="67656"/>
                    </a:lnTo>
                    <a:lnTo>
                      <a:pt x="20249" y="67656"/>
                    </a:lnTo>
                    <a:lnTo>
                      <a:pt x="19704" y="67501"/>
                    </a:lnTo>
                    <a:lnTo>
                      <a:pt x="19178" y="67325"/>
                    </a:lnTo>
                    <a:lnTo>
                      <a:pt x="18652" y="67150"/>
                    </a:lnTo>
                    <a:lnTo>
                      <a:pt x="18127" y="66936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1" name="Google Shape;7161;p32"/>
              <p:cNvSpPr/>
              <p:nvPr/>
            </p:nvSpPr>
            <p:spPr>
              <a:xfrm>
                <a:off x="6334375" y="-1594800"/>
                <a:ext cx="268200" cy="1279650"/>
              </a:xfrm>
              <a:custGeom>
                <a:avLst/>
                <a:gdLst/>
                <a:ahLst/>
                <a:cxnLst/>
                <a:rect l="l" t="t" r="r" b="b"/>
                <a:pathLst>
                  <a:path w="10728" h="51186" extrusionOk="0">
                    <a:moveTo>
                      <a:pt x="0" y="51185"/>
                    </a:moveTo>
                    <a:lnTo>
                      <a:pt x="0" y="51185"/>
                    </a:lnTo>
                    <a:lnTo>
                      <a:pt x="0" y="51185"/>
                    </a:lnTo>
                    <a:lnTo>
                      <a:pt x="0" y="51185"/>
                    </a:lnTo>
                    <a:close/>
                    <a:moveTo>
                      <a:pt x="39" y="51166"/>
                    </a:moveTo>
                    <a:lnTo>
                      <a:pt x="39" y="51166"/>
                    </a:lnTo>
                    <a:lnTo>
                      <a:pt x="39" y="51166"/>
                    </a:lnTo>
                    <a:lnTo>
                      <a:pt x="39" y="51166"/>
                    </a:lnTo>
                    <a:lnTo>
                      <a:pt x="39" y="51166"/>
                    </a:lnTo>
                    <a:close/>
                    <a:moveTo>
                      <a:pt x="3602" y="50134"/>
                    </a:moveTo>
                    <a:lnTo>
                      <a:pt x="3602" y="50134"/>
                    </a:lnTo>
                    <a:lnTo>
                      <a:pt x="2765" y="50407"/>
                    </a:lnTo>
                    <a:lnTo>
                      <a:pt x="1928" y="50679"/>
                    </a:lnTo>
                    <a:lnTo>
                      <a:pt x="1091" y="50913"/>
                    </a:lnTo>
                    <a:lnTo>
                      <a:pt x="234" y="51127"/>
                    </a:lnTo>
                    <a:lnTo>
                      <a:pt x="234" y="51127"/>
                    </a:lnTo>
                    <a:lnTo>
                      <a:pt x="59" y="51166"/>
                    </a:lnTo>
                    <a:lnTo>
                      <a:pt x="59" y="51166"/>
                    </a:lnTo>
                    <a:lnTo>
                      <a:pt x="234" y="51127"/>
                    </a:lnTo>
                    <a:lnTo>
                      <a:pt x="234" y="51127"/>
                    </a:lnTo>
                    <a:lnTo>
                      <a:pt x="1091" y="50913"/>
                    </a:lnTo>
                    <a:lnTo>
                      <a:pt x="1928" y="50679"/>
                    </a:lnTo>
                    <a:lnTo>
                      <a:pt x="2765" y="50407"/>
                    </a:lnTo>
                    <a:lnTo>
                      <a:pt x="3602" y="50134"/>
                    </a:lnTo>
                    <a:close/>
                    <a:moveTo>
                      <a:pt x="10494" y="16043"/>
                    </a:moveTo>
                    <a:lnTo>
                      <a:pt x="10494" y="16043"/>
                    </a:lnTo>
                    <a:lnTo>
                      <a:pt x="10183" y="16062"/>
                    </a:lnTo>
                    <a:lnTo>
                      <a:pt x="9871" y="16082"/>
                    </a:lnTo>
                    <a:lnTo>
                      <a:pt x="9579" y="16121"/>
                    </a:lnTo>
                    <a:lnTo>
                      <a:pt x="9268" y="16160"/>
                    </a:lnTo>
                    <a:lnTo>
                      <a:pt x="8976" y="16218"/>
                    </a:lnTo>
                    <a:lnTo>
                      <a:pt x="8684" y="16296"/>
                    </a:lnTo>
                    <a:lnTo>
                      <a:pt x="8392" y="16393"/>
                    </a:lnTo>
                    <a:lnTo>
                      <a:pt x="8100" y="16491"/>
                    </a:lnTo>
                    <a:lnTo>
                      <a:pt x="7827" y="16627"/>
                    </a:lnTo>
                    <a:lnTo>
                      <a:pt x="7554" y="16744"/>
                    </a:lnTo>
                    <a:lnTo>
                      <a:pt x="7301" y="16900"/>
                    </a:lnTo>
                    <a:lnTo>
                      <a:pt x="7048" y="17055"/>
                    </a:lnTo>
                    <a:lnTo>
                      <a:pt x="6815" y="17231"/>
                    </a:lnTo>
                    <a:lnTo>
                      <a:pt x="6581" y="17425"/>
                    </a:lnTo>
                    <a:lnTo>
                      <a:pt x="6347" y="17639"/>
                    </a:lnTo>
                    <a:lnTo>
                      <a:pt x="6133" y="17854"/>
                    </a:lnTo>
                    <a:lnTo>
                      <a:pt x="6133" y="17854"/>
                    </a:lnTo>
                    <a:lnTo>
                      <a:pt x="6347" y="17639"/>
                    </a:lnTo>
                    <a:lnTo>
                      <a:pt x="6581" y="17425"/>
                    </a:lnTo>
                    <a:lnTo>
                      <a:pt x="6815" y="17231"/>
                    </a:lnTo>
                    <a:lnTo>
                      <a:pt x="7048" y="17055"/>
                    </a:lnTo>
                    <a:lnTo>
                      <a:pt x="7301" y="16900"/>
                    </a:lnTo>
                    <a:lnTo>
                      <a:pt x="7554" y="16744"/>
                    </a:lnTo>
                    <a:lnTo>
                      <a:pt x="7827" y="16627"/>
                    </a:lnTo>
                    <a:lnTo>
                      <a:pt x="8100" y="16491"/>
                    </a:lnTo>
                    <a:lnTo>
                      <a:pt x="8392" y="16393"/>
                    </a:lnTo>
                    <a:lnTo>
                      <a:pt x="8684" y="16296"/>
                    </a:lnTo>
                    <a:lnTo>
                      <a:pt x="8976" y="16218"/>
                    </a:lnTo>
                    <a:lnTo>
                      <a:pt x="9268" y="16160"/>
                    </a:lnTo>
                    <a:lnTo>
                      <a:pt x="9579" y="16121"/>
                    </a:lnTo>
                    <a:lnTo>
                      <a:pt x="9871" y="16082"/>
                    </a:lnTo>
                    <a:lnTo>
                      <a:pt x="10183" y="16062"/>
                    </a:lnTo>
                    <a:lnTo>
                      <a:pt x="10494" y="16043"/>
                    </a:lnTo>
                    <a:close/>
                    <a:moveTo>
                      <a:pt x="10572" y="16043"/>
                    </a:moveTo>
                    <a:lnTo>
                      <a:pt x="10572" y="16043"/>
                    </a:lnTo>
                    <a:lnTo>
                      <a:pt x="10572" y="16043"/>
                    </a:lnTo>
                    <a:lnTo>
                      <a:pt x="10728" y="16043"/>
                    </a:lnTo>
                    <a:lnTo>
                      <a:pt x="10728" y="16043"/>
                    </a:lnTo>
                    <a:lnTo>
                      <a:pt x="10572" y="16043"/>
                    </a:lnTo>
                    <a:close/>
                    <a:moveTo>
                      <a:pt x="5335" y="13979"/>
                    </a:moveTo>
                    <a:lnTo>
                      <a:pt x="5335" y="13979"/>
                    </a:lnTo>
                    <a:lnTo>
                      <a:pt x="5413" y="14096"/>
                    </a:lnTo>
                    <a:lnTo>
                      <a:pt x="5413" y="14096"/>
                    </a:lnTo>
                    <a:lnTo>
                      <a:pt x="5413" y="14096"/>
                    </a:lnTo>
                    <a:lnTo>
                      <a:pt x="5413" y="14096"/>
                    </a:lnTo>
                    <a:lnTo>
                      <a:pt x="5335" y="13979"/>
                    </a:lnTo>
                    <a:close/>
                    <a:moveTo>
                      <a:pt x="5316" y="13960"/>
                    </a:moveTo>
                    <a:lnTo>
                      <a:pt x="5316" y="13960"/>
                    </a:lnTo>
                    <a:lnTo>
                      <a:pt x="5335" y="13960"/>
                    </a:lnTo>
                    <a:lnTo>
                      <a:pt x="5335" y="13960"/>
                    </a:lnTo>
                    <a:lnTo>
                      <a:pt x="5316" y="13960"/>
                    </a:lnTo>
                    <a:close/>
                    <a:moveTo>
                      <a:pt x="5316" y="13960"/>
                    </a:moveTo>
                    <a:lnTo>
                      <a:pt x="5316" y="13960"/>
                    </a:lnTo>
                    <a:lnTo>
                      <a:pt x="5316" y="13960"/>
                    </a:lnTo>
                    <a:lnTo>
                      <a:pt x="5316" y="13960"/>
                    </a:lnTo>
                    <a:lnTo>
                      <a:pt x="5316" y="13960"/>
                    </a:lnTo>
                    <a:close/>
                    <a:moveTo>
                      <a:pt x="5316" y="13960"/>
                    </a:moveTo>
                    <a:lnTo>
                      <a:pt x="5316" y="13960"/>
                    </a:lnTo>
                    <a:lnTo>
                      <a:pt x="5316" y="13960"/>
                    </a:lnTo>
                    <a:lnTo>
                      <a:pt x="5316" y="13960"/>
                    </a:lnTo>
                    <a:lnTo>
                      <a:pt x="5316" y="13960"/>
                    </a:lnTo>
                    <a:close/>
                    <a:moveTo>
                      <a:pt x="5316" y="13940"/>
                    </a:moveTo>
                    <a:lnTo>
                      <a:pt x="5316" y="13940"/>
                    </a:lnTo>
                    <a:lnTo>
                      <a:pt x="5316" y="13940"/>
                    </a:lnTo>
                    <a:lnTo>
                      <a:pt x="5316" y="13940"/>
                    </a:lnTo>
                    <a:lnTo>
                      <a:pt x="5316" y="13940"/>
                    </a:lnTo>
                    <a:close/>
                    <a:moveTo>
                      <a:pt x="6172" y="1051"/>
                    </a:moveTo>
                    <a:lnTo>
                      <a:pt x="6172" y="1051"/>
                    </a:lnTo>
                    <a:lnTo>
                      <a:pt x="6172" y="1051"/>
                    </a:lnTo>
                    <a:lnTo>
                      <a:pt x="6172" y="1051"/>
                    </a:lnTo>
                    <a:lnTo>
                      <a:pt x="6172" y="1051"/>
                    </a:lnTo>
                    <a:close/>
                    <a:moveTo>
                      <a:pt x="6172" y="1012"/>
                    </a:moveTo>
                    <a:lnTo>
                      <a:pt x="6172" y="1012"/>
                    </a:lnTo>
                    <a:lnTo>
                      <a:pt x="6172" y="1032"/>
                    </a:lnTo>
                    <a:lnTo>
                      <a:pt x="6172" y="1032"/>
                    </a:lnTo>
                    <a:lnTo>
                      <a:pt x="6172" y="1012"/>
                    </a:lnTo>
                    <a:close/>
                    <a:moveTo>
                      <a:pt x="6172" y="993"/>
                    </a:moveTo>
                    <a:lnTo>
                      <a:pt x="6172" y="993"/>
                    </a:lnTo>
                    <a:lnTo>
                      <a:pt x="6172" y="993"/>
                    </a:lnTo>
                    <a:lnTo>
                      <a:pt x="6172" y="993"/>
                    </a:lnTo>
                    <a:lnTo>
                      <a:pt x="6172" y="993"/>
                    </a:lnTo>
                    <a:close/>
                    <a:moveTo>
                      <a:pt x="6172" y="954"/>
                    </a:moveTo>
                    <a:lnTo>
                      <a:pt x="6172" y="954"/>
                    </a:lnTo>
                    <a:lnTo>
                      <a:pt x="6172" y="974"/>
                    </a:lnTo>
                    <a:lnTo>
                      <a:pt x="6172" y="974"/>
                    </a:lnTo>
                    <a:lnTo>
                      <a:pt x="6172" y="954"/>
                    </a:lnTo>
                    <a:close/>
                    <a:moveTo>
                      <a:pt x="6172" y="935"/>
                    </a:moveTo>
                    <a:lnTo>
                      <a:pt x="6172" y="935"/>
                    </a:lnTo>
                    <a:lnTo>
                      <a:pt x="6172" y="935"/>
                    </a:lnTo>
                    <a:lnTo>
                      <a:pt x="6172" y="935"/>
                    </a:lnTo>
                    <a:lnTo>
                      <a:pt x="6172" y="935"/>
                    </a:lnTo>
                    <a:close/>
                    <a:moveTo>
                      <a:pt x="6192" y="896"/>
                    </a:moveTo>
                    <a:lnTo>
                      <a:pt x="6192" y="896"/>
                    </a:lnTo>
                    <a:lnTo>
                      <a:pt x="6172" y="915"/>
                    </a:lnTo>
                    <a:lnTo>
                      <a:pt x="6172" y="915"/>
                    </a:lnTo>
                    <a:lnTo>
                      <a:pt x="6192" y="896"/>
                    </a:lnTo>
                    <a:close/>
                    <a:moveTo>
                      <a:pt x="6192" y="876"/>
                    </a:moveTo>
                    <a:lnTo>
                      <a:pt x="6192" y="876"/>
                    </a:lnTo>
                    <a:lnTo>
                      <a:pt x="6192" y="896"/>
                    </a:lnTo>
                    <a:lnTo>
                      <a:pt x="6192" y="896"/>
                    </a:lnTo>
                    <a:lnTo>
                      <a:pt x="6192" y="876"/>
                    </a:lnTo>
                    <a:close/>
                    <a:moveTo>
                      <a:pt x="6192" y="837"/>
                    </a:moveTo>
                    <a:lnTo>
                      <a:pt x="6192" y="837"/>
                    </a:lnTo>
                    <a:lnTo>
                      <a:pt x="6192" y="857"/>
                    </a:lnTo>
                    <a:lnTo>
                      <a:pt x="6192" y="857"/>
                    </a:lnTo>
                    <a:lnTo>
                      <a:pt x="6192" y="837"/>
                    </a:lnTo>
                    <a:close/>
                    <a:moveTo>
                      <a:pt x="6192" y="818"/>
                    </a:moveTo>
                    <a:lnTo>
                      <a:pt x="6192" y="818"/>
                    </a:lnTo>
                    <a:lnTo>
                      <a:pt x="6192" y="837"/>
                    </a:lnTo>
                    <a:lnTo>
                      <a:pt x="6192" y="837"/>
                    </a:lnTo>
                    <a:lnTo>
                      <a:pt x="6192" y="818"/>
                    </a:lnTo>
                    <a:close/>
                    <a:moveTo>
                      <a:pt x="6192" y="779"/>
                    </a:moveTo>
                    <a:lnTo>
                      <a:pt x="6192" y="779"/>
                    </a:lnTo>
                    <a:lnTo>
                      <a:pt x="6192" y="798"/>
                    </a:lnTo>
                    <a:lnTo>
                      <a:pt x="6192" y="798"/>
                    </a:lnTo>
                    <a:lnTo>
                      <a:pt x="6192" y="779"/>
                    </a:lnTo>
                    <a:close/>
                    <a:moveTo>
                      <a:pt x="6192" y="759"/>
                    </a:moveTo>
                    <a:lnTo>
                      <a:pt x="6192" y="759"/>
                    </a:lnTo>
                    <a:lnTo>
                      <a:pt x="6192" y="779"/>
                    </a:lnTo>
                    <a:lnTo>
                      <a:pt x="6192" y="779"/>
                    </a:lnTo>
                    <a:lnTo>
                      <a:pt x="6192" y="759"/>
                    </a:lnTo>
                    <a:close/>
                    <a:moveTo>
                      <a:pt x="6192" y="720"/>
                    </a:moveTo>
                    <a:lnTo>
                      <a:pt x="6192" y="720"/>
                    </a:lnTo>
                    <a:lnTo>
                      <a:pt x="6192" y="740"/>
                    </a:lnTo>
                    <a:lnTo>
                      <a:pt x="6192" y="740"/>
                    </a:lnTo>
                    <a:lnTo>
                      <a:pt x="6192" y="720"/>
                    </a:lnTo>
                    <a:close/>
                    <a:moveTo>
                      <a:pt x="6192" y="701"/>
                    </a:moveTo>
                    <a:lnTo>
                      <a:pt x="6192" y="701"/>
                    </a:lnTo>
                    <a:lnTo>
                      <a:pt x="6192" y="720"/>
                    </a:lnTo>
                    <a:lnTo>
                      <a:pt x="6192" y="720"/>
                    </a:lnTo>
                    <a:lnTo>
                      <a:pt x="6192" y="701"/>
                    </a:lnTo>
                    <a:close/>
                    <a:moveTo>
                      <a:pt x="6192" y="662"/>
                    </a:moveTo>
                    <a:lnTo>
                      <a:pt x="6192" y="662"/>
                    </a:lnTo>
                    <a:lnTo>
                      <a:pt x="6192" y="701"/>
                    </a:lnTo>
                    <a:lnTo>
                      <a:pt x="6192" y="701"/>
                    </a:lnTo>
                    <a:lnTo>
                      <a:pt x="6192" y="662"/>
                    </a:lnTo>
                    <a:close/>
                    <a:moveTo>
                      <a:pt x="6192" y="643"/>
                    </a:moveTo>
                    <a:lnTo>
                      <a:pt x="6192" y="643"/>
                    </a:lnTo>
                    <a:lnTo>
                      <a:pt x="6192" y="662"/>
                    </a:lnTo>
                    <a:lnTo>
                      <a:pt x="6192" y="662"/>
                    </a:lnTo>
                    <a:lnTo>
                      <a:pt x="6192" y="643"/>
                    </a:lnTo>
                    <a:close/>
                    <a:moveTo>
                      <a:pt x="6211" y="604"/>
                    </a:moveTo>
                    <a:lnTo>
                      <a:pt x="6211" y="604"/>
                    </a:lnTo>
                    <a:lnTo>
                      <a:pt x="6192" y="643"/>
                    </a:lnTo>
                    <a:lnTo>
                      <a:pt x="6192" y="643"/>
                    </a:lnTo>
                    <a:lnTo>
                      <a:pt x="6211" y="604"/>
                    </a:lnTo>
                    <a:close/>
                    <a:moveTo>
                      <a:pt x="6211" y="584"/>
                    </a:moveTo>
                    <a:lnTo>
                      <a:pt x="6211" y="584"/>
                    </a:lnTo>
                    <a:lnTo>
                      <a:pt x="6211" y="604"/>
                    </a:lnTo>
                    <a:lnTo>
                      <a:pt x="6211" y="604"/>
                    </a:lnTo>
                    <a:lnTo>
                      <a:pt x="6211" y="584"/>
                    </a:lnTo>
                    <a:close/>
                    <a:moveTo>
                      <a:pt x="6211" y="565"/>
                    </a:moveTo>
                    <a:lnTo>
                      <a:pt x="6211" y="565"/>
                    </a:lnTo>
                    <a:lnTo>
                      <a:pt x="6211" y="584"/>
                    </a:lnTo>
                    <a:lnTo>
                      <a:pt x="6211" y="584"/>
                    </a:lnTo>
                    <a:lnTo>
                      <a:pt x="6211" y="565"/>
                    </a:lnTo>
                    <a:close/>
                    <a:moveTo>
                      <a:pt x="6211" y="526"/>
                    </a:moveTo>
                    <a:lnTo>
                      <a:pt x="6211" y="526"/>
                    </a:lnTo>
                    <a:lnTo>
                      <a:pt x="6211" y="545"/>
                    </a:lnTo>
                    <a:lnTo>
                      <a:pt x="6211" y="545"/>
                    </a:lnTo>
                    <a:lnTo>
                      <a:pt x="6211" y="526"/>
                    </a:lnTo>
                    <a:close/>
                    <a:moveTo>
                      <a:pt x="6211" y="506"/>
                    </a:moveTo>
                    <a:lnTo>
                      <a:pt x="6211" y="506"/>
                    </a:lnTo>
                    <a:lnTo>
                      <a:pt x="6211" y="526"/>
                    </a:lnTo>
                    <a:lnTo>
                      <a:pt x="6211" y="526"/>
                    </a:lnTo>
                    <a:lnTo>
                      <a:pt x="6211" y="506"/>
                    </a:lnTo>
                    <a:close/>
                    <a:moveTo>
                      <a:pt x="6211" y="467"/>
                    </a:moveTo>
                    <a:lnTo>
                      <a:pt x="6211" y="467"/>
                    </a:lnTo>
                    <a:lnTo>
                      <a:pt x="6211" y="487"/>
                    </a:lnTo>
                    <a:lnTo>
                      <a:pt x="6211" y="487"/>
                    </a:lnTo>
                    <a:lnTo>
                      <a:pt x="6211" y="467"/>
                    </a:lnTo>
                    <a:close/>
                    <a:moveTo>
                      <a:pt x="6211" y="448"/>
                    </a:moveTo>
                    <a:lnTo>
                      <a:pt x="6211" y="448"/>
                    </a:lnTo>
                    <a:lnTo>
                      <a:pt x="6211" y="467"/>
                    </a:lnTo>
                    <a:lnTo>
                      <a:pt x="6211" y="467"/>
                    </a:lnTo>
                    <a:lnTo>
                      <a:pt x="6211" y="448"/>
                    </a:lnTo>
                    <a:close/>
                    <a:moveTo>
                      <a:pt x="6211" y="409"/>
                    </a:moveTo>
                    <a:lnTo>
                      <a:pt x="6211" y="409"/>
                    </a:lnTo>
                    <a:lnTo>
                      <a:pt x="6211" y="428"/>
                    </a:lnTo>
                    <a:lnTo>
                      <a:pt x="6211" y="428"/>
                    </a:lnTo>
                    <a:lnTo>
                      <a:pt x="6211" y="409"/>
                    </a:lnTo>
                    <a:close/>
                    <a:moveTo>
                      <a:pt x="6211" y="389"/>
                    </a:moveTo>
                    <a:lnTo>
                      <a:pt x="6211" y="389"/>
                    </a:lnTo>
                    <a:lnTo>
                      <a:pt x="6211" y="409"/>
                    </a:lnTo>
                    <a:lnTo>
                      <a:pt x="6211" y="409"/>
                    </a:lnTo>
                    <a:lnTo>
                      <a:pt x="6211" y="389"/>
                    </a:lnTo>
                    <a:close/>
                    <a:moveTo>
                      <a:pt x="6211" y="351"/>
                    </a:moveTo>
                    <a:lnTo>
                      <a:pt x="6211" y="351"/>
                    </a:lnTo>
                    <a:lnTo>
                      <a:pt x="6211" y="370"/>
                    </a:lnTo>
                    <a:lnTo>
                      <a:pt x="6211" y="370"/>
                    </a:lnTo>
                    <a:lnTo>
                      <a:pt x="6211" y="351"/>
                    </a:lnTo>
                    <a:close/>
                    <a:moveTo>
                      <a:pt x="6211" y="331"/>
                    </a:moveTo>
                    <a:lnTo>
                      <a:pt x="6211" y="331"/>
                    </a:lnTo>
                    <a:lnTo>
                      <a:pt x="6211" y="351"/>
                    </a:lnTo>
                    <a:lnTo>
                      <a:pt x="6211" y="351"/>
                    </a:lnTo>
                    <a:lnTo>
                      <a:pt x="6211" y="331"/>
                    </a:lnTo>
                    <a:close/>
                    <a:moveTo>
                      <a:pt x="6211" y="292"/>
                    </a:moveTo>
                    <a:lnTo>
                      <a:pt x="6211" y="292"/>
                    </a:lnTo>
                    <a:lnTo>
                      <a:pt x="6211" y="331"/>
                    </a:lnTo>
                    <a:lnTo>
                      <a:pt x="6211" y="331"/>
                    </a:lnTo>
                    <a:lnTo>
                      <a:pt x="6211" y="292"/>
                    </a:lnTo>
                    <a:close/>
                    <a:moveTo>
                      <a:pt x="6211" y="273"/>
                    </a:moveTo>
                    <a:lnTo>
                      <a:pt x="6211" y="273"/>
                    </a:lnTo>
                    <a:lnTo>
                      <a:pt x="6211" y="292"/>
                    </a:lnTo>
                    <a:lnTo>
                      <a:pt x="6211" y="292"/>
                    </a:lnTo>
                    <a:lnTo>
                      <a:pt x="6211" y="273"/>
                    </a:lnTo>
                    <a:close/>
                    <a:moveTo>
                      <a:pt x="6231" y="234"/>
                    </a:moveTo>
                    <a:lnTo>
                      <a:pt x="6231" y="234"/>
                    </a:lnTo>
                    <a:lnTo>
                      <a:pt x="6211" y="273"/>
                    </a:lnTo>
                    <a:lnTo>
                      <a:pt x="6211" y="273"/>
                    </a:lnTo>
                    <a:lnTo>
                      <a:pt x="6231" y="234"/>
                    </a:lnTo>
                    <a:close/>
                    <a:moveTo>
                      <a:pt x="6231" y="175"/>
                    </a:moveTo>
                    <a:lnTo>
                      <a:pt x="6231" y="175"/>
                    </a:lnTo>
                    <a:lnTo>
                      <a:pt x="6231" y="234"/>
                    </a:lnTo>
                    <a:lnTo>
                      <a:pt x="6231" y="234"/>
                    </a:lnTo>
                    <a:lnTo>
                      <a:pt x="6231" y="175"/>
                    </a:lnTo>
                    <a:close/>
                    <a:moveTo>
                      <a:pt x="6231" y="117"/>
                    </a:moveTo>
                    <a:lnTo>
                      <a:pt x="6231" y="117"/>
                    </a:lnTo>
                    <a:lnTo>
                      <a:pt x="6231" y="175"/>
                    </a:lnTo>
                    <a:lnTo>
                      <a:pt x="6231" y="175"/>
                    </a:lnTo>
                    <a:lnTo>
                      <a:pt x="6231" y="117"/>
                    </a:lnTo>
                    <a:close/>
                    <a:moveTo>
                      <a:pt x="6231" y="97"/>
                    </a:moveTo>
                    <a:lnTo>
                      <a:pt x="6231" y="97"/>
                    </a:lnTo>
                    <a:lnTo>
                      <a:pt x="6231" y="117"/>
                    </a:lnTo>
                    <a:lnTo>
                      <a:pt x="6231" y="117"/>
                    </a:lnTo>
                    <a:lnTo>
                      <a:pt x="6231" y="97"/>
                    </a:lnTo>
                    <a:close/>
                    <a:moveTo>
                      <a:pt x="6231" y="78"/>
                    </a:moveTo>
                    <a:lnTo>
                      <a:pt x="6231" y="78"/>
                    </a:lnTo>
                    <a:lnTo>
                      <a:pt x="6231" y="78"/>
                    </a:lnTo>
                    <a:lnTo>
                      <a:pt x="6231" y="78"/>
                    </a:lnTo>
                    <a:lnTo>
                      <a:pt x="6231" y="78"/>
                    </a:lnTo>
                    <a:close/>
                    <a:moveTo>
                      <a:pt x="6231" y="39"/>
                    </a:moveTo>
                    <a:lnTo>
                      <a:pt x="6231" y="39"/>
                    </a:lnTo>
                    <a:lnTo>
                      <a:pt x="6231" y="58"/>
                    </a:lnTo>
                    <a:lnTo>
                      <a:pt x="6231" y="58"/>
                    </a:lnTo>
                    <a:lnTo>
                      <a:pt x="6231" y="39"/>
                    </a:lnTo>
                    <a:close/>
                    <a:moveTo>
                      <a:pt x="6231" y="20"/>
                    </a:moveTo>
                    <a:lnTo>
                      <a:pt x="6231" y="20"/>
                    </a:lnTo>
                    <a:lnTo>
                      <a:pt x="6231" y="39"/>
                    </a:lnTo>
                    <a:lnTo>
                      <a:pt x="6231" y="39"/>
                    </a:lnTo>
                    <a:lnTo>
                      <a:pt x="6231" y="20"/>
                    </a:lnTo>
                    <a:close/>
                    <a:moveTo>
                      <a:pt x="6231" y="0"/>
                    </a:moveTo>
                    <a:lnTo>
                      <a:pt x="6231" y="0"/>
                    </a:lnTo>
                    <a:lnTo>
                      <a:pt x="6231" y="0"/>
                    </a:lnTo>
                    <a:lnTo>
                      <a:pt x="6231" y="0"/>
                    </a:lnTo>
                    <a:lnTo>
                      <a:pt x="623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2" name="Google Shape;7162;p32"/>
              <p:cNvSpPr/>
              <p:nvPr/>
            </p:nvSpPr>
            <p:spPr>
              <a:xfrm>
                <a:off x="6334375" y="-3151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3" name="Google Shape;7163;p32"/>
              <p:cNvSpPr/>
              <p:nvPr/>
            </p:nvSpPr>
            <p:spPr>
              <a:xfrm>
                <a:off x="6335350" y="-3156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4" name="Google Shape;7164;p32"/>
              <p:cNvSpPr/>
              <p:nvPr/>
            </p:nvSpPr>
            <p:spPr>
              <a:xfrm>
                <a:off x="6335825" y="-341475"/>
                <a:ext cx="88625" cy="25825"/>
              </a:xfrm>
              <a:custGeom>
                <a:avLst/>
                <a:gdLst/>
                <a:ahLst/>
                <a:cxnLst/>
                <a:rect l="l" t="t" r="r" b="b"/>
                <a:pathLst>
                  <a:path w="3545" h="1033" fill="none" extrusionOk="0">
                    <a:moveTo>
                      <a:pt x="3544" y="1"/>
                    </a:moveTo>
                    <a:lnTo>
                      <a:pt x="3544" y="1"/>
                    </a:lnTo>
                    <a:lnTo>
                      <a:pt x="2707" y="274"/>
                    </a:lnTo>
                    <a:lnTo>
                      <a:pt x="1870" y="546"/>
                    </a:lnTo>
                    <a:lnTo>
                      <a:pt x="1033" y="780"/>
                    </a:lnTo>
                    <a:lnTo>
                      <a:pt x="176" y="994"/>
                    </a:lnTo>
                    <a:lnTo>
                      <a:pt x="176" y="994"/>
                    </a:lnTo>
                    <a:lnTo>
                      <a:pt x="1" y="1033"/>
                    </a:lnTo>
                    <a:lnTo>
                      <a:pt x="1" y="1033"/>
                    </a:lnTo>
                    <a:lnTo>
                      <a:pt x="176" y="994"/>
                    </a:lnTo>
                    <a:lnTo>
                      <a:pt x="176" y="994"/>
                    </a:lnTo>
                    <a:lnTo>
                      <a:pt x="1033" y="780"/>
                    </a:lnTo>
                    <a:lnTo>
                      <a:pt x="1870" y="546"/>
                    </a:lnTo>
                    <a:lnTo>
                      <a:pt x="2707" y="274"/>
                    </a:lnTo>
                    <a:lnTo>
                      <a:pt x="3544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5" name="Google Shape;7165;p32"/>
              <p:cNvSpPr/>
              <p:nvPr/>
            </p:nvSpPr>
            <p:spPr>
              <a:xfrm>
                <a:off x="6487700" y="-1193750"/>
                <a:ext cx="109050" cy="45300"/>
              </a:xfrm>
              <a:custGeom>
                <a:avLst/>
                <a:gdLst/>
                <a:ahLst/>
                <a:cxnLst/>
                <a:rect l="l" t="t" r="r" b="b"/>
                <a:pathLst>
                  <a:path w="4362" h="1812" fill="none" extrusionOk="0">
                    <a:moveTo>
                      <a:pt x="4361" y="1"/>
                    </a:moveTo>
                    <a:lnTo>
                      <a:pt x="4361" y="1"/>
                    </a:lnTo>
                    <a:lnTo>
                      <a:pt x="4050" y="20"/>
                    </a:lnTo>
                    <a:lnTo>
                      <a:pt x="3738" y="40"/>
                    </a:lnTo>
                    <a:lnTo>
                      <a:pt x="3446" y="79"/>
                    </a:lnTo>
                    <a:lnTo>
                      <a:pt x="3135" y="118"/>
                    </a:lnTo>
                    <a:lnTo>
                      <a:pt x="2843" y="176"/>
                    </a:lnTo>
                    <a:lnTo>
                      <a:pt x="2551" y="254"/>
                    </a:lnTo>
                    <a:lnTo>
                      <a:pt x="2259" y="351"/>
                    </a:lnTo>
                    <a:lnTo>
                      <a:pt x="1967" y="449"/>
                    </a:lnTo>
                    <a:lnTo>
                      <a:pt x="1694" y="585"/>
                    </a:lnTo>
                    <a:lnTo>
                      <a:pt x="1421" y="702"/>
                    </a:lnTo>
                    <a:lnTo>
                      <a:pt x="1168" y="858"/>
                    </a:lnTo>
                    <a:lnTo>
                      <a:pt x="915" y="1013"/>
                    </a:lnTo>
                    <a:lnTo>
                      <a:pt x="682" y="1189"/>
                    </a:lnTo>
                    <a:lnTo>
                      <a:pt x="448" y="1383"/>
                    </a:lnTo>
                    <a:lnTo>
                      <a:pt x="214" y="1597"/>
                    </a:lnTo>
                    <a:lnTo>
                      <a:pt x="0" y="1812"/>
                    </a:lnTo>
                    <a:lnTo>
                      <a:pt x="0" y="1812"/>
                    </a:lnTo>
                    <a:lnTo>
                      <a:pt x="214" y="1597"/>
                    </a:lnTo>
                    <a:lnTo>
                      <a:pt x="448" y="1383"/>
                    </a:lnTo>
                    <a:lnTo>
                      <a:pt x="682" y="1189"/>
                    </a:lnTo>
                    <a:lnTo>
                      <a:pt x="915" y="1013"/>
                    </a:lnTo>
                    <a:lnTo>
                      <a:pt x="1168" y="858"/>
                    </a:lnTo>
                    <a:lnTo>
                      <a:pt x="1421" y="702"/>
                    </a:lnTo>
                    <a:lnTo>
                      <a:pt x="1694" y="585"/>
                    </a:lnTo>
                    <a:lnTo>
                      <a:pt x="1967" y="449"/>
                    </a:lnTo>
                    <a:lnTo>
                      <a:pt x="2259" y="351"/>
                    </a:lnTo>
                    <a:lnTo>
                      <a:pt x="2551" y="254"/>
                    </a:lnTo>
                    <a:lnTo>
                      <a:pt x="2843" y="176"/>
                    </a:lnTo>
                    <a:lnTo>
                      <a:pt x="3135" y="118"/>
                    </a:lnTo>
                    <a:lnTo>
                      <a:pt x="3446" y="79"/>
                    </a:lnTo>
                    <a:lnTo>
                      <a:pt x="3738" y="40"/>
                    </a:lnTo>
                    <a:lnTo>
                      <a:pt x="4050" y="20"/>
                    </a:lnTo>
                    <a:lnTo>
                      <a:pt x="436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6" name="Google Shape;7166;p32"/>
              <p:cNvSpPr/>
              <p:nvPr/>
            </p:nvSpPr>
            <p:spPr>
              <a:xfrm>
                <a:off x="6598675" y="-1193750"/>
                <a:ext cx="3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7" name="Google Shape;7167;p32"/>
              <p:cNvSpPr/>
              <p:nvPr/>
            </p:nvSpPr>
            <p:spPr>
              <a:xfrm>
                <a:off x="6467725" y="-1245325"/>
                <a:ext cx="1975" cy="2925"/>
              </a:xfrm>
              <a:custGeom>
                <a:avLst/>
                <a:gdLst/>
                <a:ahLst/>
                <a:cxnLst/>
                <a:rect l="l" t="t" r="r" b="b"/>
                <a:pathLst>
                  <a:path w="79" h="117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79" y="117"/>
                    </a:lnTo>
                    <a:lnTo>
                      <a:pt x="79" y="117"/>
                    </a:lnTo>
                    <a:lnTo>
                      <a:pt x="79" y="117"/>
                    </a:lnTo>
                    <a:lnTo>
                      <a:pt x="79" y="117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8" name="Google Shape;7168;p32"/>
              <p:cNvSpPr/>
              <p:nvPr/>
            </p:nvSpPr>
            <p:spPr>
              <a:xfrm>
                <a:off x="6467250" y="-1245825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9" name="Google Shape;7169;p32"/>
              <p:cNvSpPr/>
              <p:nvPr/>
            </p:nvSpPr>
            <p:spPr>
              <a:xfrm>
                <a:off x="6467250" y="-12458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0" name="Google Shape;7170;p32"/>
              <p:cNvSpPr/>
              <p:nvPr/>
            </p:nvSpPr>
            <p:spPr>
              <a:xfrm>
                <a:off x="6467250" y="-12458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1" name="Google Shape;7171;p32"/>
              <p:cNvSpPr/>
              <p:nvPr/>
            </p:nvSpPr>
            <p:spPr>
              <a:xfrm>
                <a:off x="6467250" y="-12463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2" name="Google Shape;7172;p32"/>
              <p:cNvSpPr/>
              <p:nvPr/>
            </p:nvSpPr>
            <p:spPr>
              <a:xfrm>
                <a:off x="6488675" y="-15685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3" name="Google Shape;7173;p32"/>
              <p:cNvSpPr/>
              <p:nvPr/>
            </p:nvSpPr>
            <p:spPr>
              <a:xfrm>
                <a:off x="6488675" y="-1569500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4" name="Google Shape;7174;p32"/>
              <p:cNvSpPr/>
              <p:nvPr/>
            </p:nvSpPr>
            <p:spPr>
              <a:xfrm>
                <a:off x="6488675" y="-15699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5" name="Google Shape;7175;p32"/>
              <p:cNvSpPr/>
              <p:nvPr/>
            </p:nvSpPr>
            <p:spPr>
              <a:xfrm>
                <a:off x="6488675" y="-1570950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6" name="Google Shape;7176;p32"/>
              <p:cNvSpPr/>
              <p:nvPr/>
            </p:nvSpPr>
            <p:spPr>
              <a:xfrm>
                <a:off x="6488675" y="-15714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7" name="Google Shape;7177;p32"/>
              <p:cNvSpPr/>
              <p:nvPr/>
            </p:nvSpPr>
            <p:spPr>
              <a:xfrm>
                <a:off x="6488675" y="-1572425"/>
                <a:ext cx="500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21" fill="none" extrusionOk="0">
                    <a:moveTo>
                      <a:pt x="20" y="1"/>
                    </a:moveTo>
                    <a:lnTo>
                      <a:pt x="20" y="1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2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8" name="Google Shape;7178;p32"/>
              <p:cNvSpPr/>
              <p:nvPr/>
            </p:nvSpPr>
            <p:spPr>
              <a:xfrm>
                <a:off x="6489150" y="-1572900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9" name="Google Shape;7179;p32"/>
              <p:cNvSpPr/>
              <p:nvPr/>
            </p:nvSpPr>
            <p:spPr>
              <a:xfrm>
                <a:off x="6489150" y="-1573875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0" name="Google Shape;7180;p32"/>
              <p:cNvSpPr/>
              <p:nvPr/>
            </p:nvSpPr>
            <p:spPr>
              <a:xfrm>
                <a:off x="6489150" y="-1574375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1" name="Google Shape;7181;p32"/>
              <p:cNvSpPr/>
              <p:nvPr/>
            </p:nvSpPr>
            <p:spPr>
              <a:xfrm>
                <a:off x="6489150" y="-1575350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2" name="Google Shape;7182;p32"/>
              <p:cNvSpPr/>
              <p:nvPr/>
            </p:nvSpPr>
            <p:spPr>
              <a:xfrm>
                <a:off x="6489150" y="-1575825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3" name="Google Shape;7183;p32"/>
              <p:cNvSpPr/>
              <p:nvPr/>
            </p:nvSpPr>
            <p:spPr>
              <a:xfrm>
                <a:off x="6489150" y="-1576800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4" name="Google Shape;7184;p32"/>
              <p:cNvSpPr/>
              <p:nvPr/>
            </p:nvSpPr>
            <p:spPr>
              <a:xfrm>
                <a:off x="6489150" y="-1577300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5" name="Google Shape;7185;p32"/>
              <p:cNvSpPr/>
              <p:nvPr/>
            </p:nvSpPr>
            <p:spPr>
              <a:xfrm>
                <a:off x="6489150" y="-1578250"/>
                <a:ext cx="25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" h="39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39"/>
                    </a:lnTo>
                    <a:lnTo>
                      <a:pt x="1" y="39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6" name="Google Shape;7186;p32"/>
              <p:cNvSpPr/>
              <p:nvPr/>
            </p:nvSpPr>
            <p:spPr>
              <a:xfrm>
                <a:off x="6489150" y="-1578750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7" name="Google Shape;7187;p32"/>
              <p:cNvSpPr/>
              <p:nvPr/>
            </p:nvSpPr>
            <p:spPr>
              <a:xfrm>
                <a:off x="6489150" y="-1579725"/>
                <a:ext cx="525" cy="1000"/>
              </a:xfrm>
              <a:custGeom>
                <a:avLst/>
                <a:gdLst/>
                <a:ahLst/>
                <a:cxnLst/>
                <a:rect l="l" t="t" r="r" b="b"/>
                <a:pathLst>
                  <a:path w="21" h="40" fill="none" extrusionOk="0">
                    <a:moveTo>
                      <a:pt x="20" y="1"/>
                    </a:moveTo>
                    <a:lnTo>
                      <a:pt x="20" y="1"/>
                    </a:lnTo>
                    <a:lnTo>
                      <a:pt x="1" y="40"/>
                    </a:lnTo>
                    <a:lnTo>
                      <a:pt x="1" y="40"/>
                    </a:lnTo>
                    <a:lnTo>
                      <a:pt x="2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8" name="Google Shape;7188;p32"/>
              <p:cNvSpPr/>
              <p:nvPr/>
            </p:nvSpPr>
            <p:spPr>
              <a:xfrm>
                <a:off x="6489650" y="-1580200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9" name="Google Shape;7189;p32"/>
              <p:cNvSpPr/>
              <p:nvPr/>
            </p:nvSpPr>
            <p:spPr>
              <a:xfrm>
                <a:off x="6489650" y="-1580700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0" name="Google Shape;7190;p32"/>
              <p:cNvSpPr/>
              <p:nvPr/>
            </p:nvSpPr>
            <p:spPr>
              <a:xfrm>
                <a:off x="6489650" y="-1581675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1" name="Google Shape;7191;p32"/>
              <p:cNvSpPr/>
              <p:nvPr/>
            </p:nvSpPr>
            <p:spPr>
              <a:xfrm>
                <a:off x="6489650" y="-1582150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2" name="Google Shape;7192;p32"/>
              <p:cNvSpPr/>
              <p:nvPr/>
            </p:nvSpPr>
            <p:spPr>
              <a:xfrm>
                <a:off x="6489650" y="-1583125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3" name="Google Shape;7193;p32"/>
              <p:cNvSpPr/>
              <p:nvPr/>
            </p:nvSpPr>
            <p:spPr>
              <a:xfrm>
                <a:off x="6489650" y="-1583625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4" name="Google Shape;7194;p32"/>
              <p:cNvSpPr/>
              <p:nvPr/>
            </p:nvSpPr>
            <p:spPr>
              <a:xfrm>
                <a:off x="6489650" y="-1584600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5" name="Google Shape;7195;p32"/>
              <p:cNvSpPr/>
              <p:nvPr/>
            </p:nvSpPr>
            <p:spPr>
              <a:xfrm>
                <a:off x="6489650" y="-1585075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6" name="Google Shape;7196;p32"/>
              <p:cNvSpPr/>
              <p:nvPr/>
            </p:nvSpPr>
            <p:spPr>
              <a:xfrm>
                <a:off x="6489650" y="-1586050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7" name="Google Shape;7197;p32"/>
              <p:cNvSpPr/>
              <p:nvPr/>
            </p:nvSpPr>
            <p:spPr>
              <a:xfrm>
                <a:off x="6489650" y="-1586525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8" name="Google Shape;7198;p32"/>
              <p:cNvSpPr/>
              <p:nvPr/>
            </p:nvSpPr>
            <p:spPr>
              <a:xfrm>
                <a:off x="6489650" y="-1587500"/>
                <a:ext cx="25" cy="1000"/>
              </a:xfrm>
              <a:custGeom>
                <a:avLst/>
                <a:gdLst/>
                <a:ahLst/>
                <a:cxnLst/>
                <a:rect l="l" t="t" r="r" b="b"/>
                <a:pathLst>
                  <a:path w="1" h="4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39"/>
                    </a:lnTo>
                    <a:lnTo>
                      <a:pt x="0" y="3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9" name="Google Shape;7199;p32"/>
              <p:cNvSpPr/>
              <p:nvPr/>
            </p:nvSpPr>
            <p:spPr>
              <a:xfrm>
                <a:off x="6489650" y="-1588000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0" name="Google Shape;7200;p32"/>
              <p:cNvSpPr/>
              <p:nvPr/>
            </p:nvSpPr>
            <p:spPr>
              <a:xfrm>
                <a:off x="6489650" y="-1588975"/>
                <a:ext cx="500" cy="10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40" fill="none" extrusionOk="0">
                    <a:moveTo>
                      <a:pt x="20" y="1"/>
                    </a:moveTo>
                    <a:lnTo>
                      <a:pt x="20" y="1"/>
                    </a:lnTo>
                    <a:lnTo>
                      <a:pt x="0" y="40"/>
                    </a:lnTo>
                    <a:lnTo>
                      <a:pt x="0" y="40"/>
                    </a:lnTo>
                    <a:lnTo>
                      <a:pt x="2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1" name="Google Shape;7201;p32"/>
              <p:cNvSpPr/>
              <p:nvPr/>
            </p:nvSpPr>
            <p:spPr>
              <a:xfrm>
                <a:off x="6490125" y="-1590425"/>
                <a:ext cx="25" cy="1475"/>
              </a:xfrm>
              <a:custGeom>
                <a:avLst/>
                <a:gdLst/>
                <a:ahLst/>
                <a:cxnLst/>
                <a:rect l="l" t="t" r="r" b="b"/>
                <a:pathLst>
                  <a:path w="1" h="59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59"/>
                    </a:lnTo>
                    <a:lnTo>
                      <a:pt x="1" y="59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2" name="Google Shape;7202;p32"/>
              <p:cNvSpPr/>
              <p:nvPr/>
            </p:nvSpPr>
            <p:spPr>
              <a:xfrm>
                <a:off x="6490125" y="-1591900"/>
                <a:ext cx="25" cy="1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60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59"/>
                    </a:lnTo>
                    <a:lnTo>
                      <a:pt x="1" y="59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3" name="Google Shape;7203;p32"/>
              <p:cNvSpPr/>
              <p:nvPr/>
            </p:nvSpPr>
            <p:spPr>
              <a:xfrm>
                <a:off x="6490125" y="-1592375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4" name="Google Shape;7204;p32"/>
              <p:cNvSpPr/>
              <p:nvPr/>
            </p:nvSpPr>
            <p:spPr>
              <a:xfrm>
                <a:off x="6490125" y="-15928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5" name="Google Shape;7205;p32"/>
              <p:cNvSpPr/>
              <p:nvPr/>
            </p:nvSpPr>
            <p:spPr>
              <a:xfrm>
                <a:off x="6490125" y="-1593825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19"/>
                    </a:lnTo>
                    <a:lnTo>
                      <a:pt x="1" y="19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6" name="Google Shape;7206;p32"/>
              <p:cNvSpPr/>
              <p:nvPr/>
            </p:nvSpPr>
            <p:spPr>
              <a:xfrm>
                <a:off x="6490125" y="-1594325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7" name="Google Shape;7207;p32"/>
              <p:cNvSpPr/>
              <p:nvPr/>
            </p:nvSpPr>
            <p:spPr>
              <a:xfrm>
                <a:off x="6490125" y="-1594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8" name="Google Shape;7208;p32"/>
              <p:cNvSpPr/>
              <p:nvPr/>
            </p:nvSpPr>
            <p:spPr>
              <a:xfrm>
                <a:off x="5896300" y="-1883925"/>
                <a:ext cx="905350" cy="1584825"/>
              </a:xfrm>
              <a:custGeom>
                <a:avLst/>
                <a:gdLst/>
                <a:ahLst/>
                <a:cxnLst/>
                <a:rect l="l" t="t" r="r" b="b"/>
                <a:pathLst>
                  <a:path w="36214" h="63393" extrusionOk="0">
                    <a:moveTo>
                      <a:pt x="20210" y="0"/>
                    </a:moveTo>
                    <a:lnTo>
                      <a:pt x="19938" y="175"/>
                    </a:lnTo>
                    <a:lnTo>
                      <a:pt x="19646" y="351"/>
                    </a:lnTo>
                    <a:lnTo>
                      <a:pt x="19139" y="721"/>
                    </a:lnTo>
                    <a:lnTo>
                      <a:pt x="18672" y="1129"/>
                    </a:lnTo>
                    <a:lnTo>
                      <a:pt x="18205" y="1558"/>
                    </a:lnTo>
                    <a:lnTo>
                      <a:pt x="17776" y="2025"/>
                    </a:lnTo>
                    <a:lnTo>
                      <a:pt x="17387" y="2492"/>
                    </a:lnTo>
                    <a:lnTo>
                      <a:pt x="17017" y="2999"/>
                    </a:lnTo>
                    <a:lnTo>
                      <a:pt x="16647" y="3524"/>
                    </a:lnTo>
                    <a:lnTo>
                      <a:pt x="16316" y="4050"/>
                    </a:lnTo>
                    <a:lnTo>
                      <a:pt x="16005" y="4614"/>
                    </a:lnTo>
                    <a:lnTo>
                      <a:pt x="15732" y="5179"/>
                    </a:lnTo>
                    <a:lnTo>
                      <a:pt x="15460" y="5763"/>
                    </a:lnTo>
                    <a:lnTo>
                      <a:pt x="15206" y="6347"/>
                    </a:lnTo>
                    <a:lnTo>
                      <a:pt x="14973" y="6931"/>
                    </a:lnTo>
                    <a:lnTo>
                      <a:pt x="14759" y="7535"/>
                    </a:lnTo>
                    <a:lnTo>
                      <a:pt x="14564" y="8138"/>
                    </a:lnTo>
                    <a:lnTo>
                      <a:pt x="14369" y="8761"/>
                    </a:lnTo>
                    <a:lnTo>
                      <a:pt x="14038" y="9949"/>
                    </a:lnTo>
                    <a:lnTo>
                      <a:pt x="13766" y="11156"/>
                    </a:lnTo>
                    <a:lnTo>
                      <a:pt x="13513" y="12363"/>
                    </a:lnTo>
                    <a:lnTo>
                      <a:pt x="13318" y="13590"/>
                    </a:lnTo>
                    <a:lnTo>
                      <a:pt x="13182" y="14816"/>
                    </a:lnTo>
                    <a:lnTo>
                      <a:pt x="13065" y="16043"/>
                    </a:lnTo>
                    <a:lnTo>
                      <a:pt x="13006" y="17289"/>
                    </a:lnTo>
                    <a:lnTo>
                      <a:pt x="12987" y="18535"/>
                    </a:lnTo>
                    <a:lnTo>
                      <a:pt x="13006" y="19762"/>
                    </a:lnTo>
                    <a:lnTo>
                      <a:pt x="13065" y="21008"/>
                    </a:lnTo>
                    <a:lnTo>
                      <a:pt x="13182" y="22234"/>
                    </a:lnTo>
                    <a:lnTo>
                      <a:pt x="13337" y="23461"/>
                    </a:lnTo>
                    <a:lnTo>
                      <a:pt x="13532" y="24688"/>
                    </a:lnTo>
                    <a:lnTo>
                      <a:pt x="13785" y="25895"/>
                    </a:lnTo>
                    <a:lnTo>
                      <a:pt x="14058" y="27102"/>
                    </a:lnTo>
                    <a:lnTo>
                      <a:pt x="14389" y="28289"/>
                    </a:lnTo>
                    <a:lnTo>
                      <a:pt x="14155" y="28095"/>
                    </a:lnTo>
                    <a:lnTo>
                      <a:pt x="13902" y="27919"/>
                    </a:lnTo>
                    <a:lnTo>
                      <a:pt x="13629" y="27783"/>
                    </a:lnTo>
                    <a:lnTo>
                      <a:pt x="13357" y="27666"/>
                    </a:lnTo>
                    <a:lnTo>
                      <a:pt x="13065" y="27569"/>
                    </a:lnTo>
                    <a:lnTo>
                      <a:pt x="12753" y="27511"/>
                    </a:lnTo>
                    <a:lnTo>
                      <a:pt x="12461" y="27452"/>
                    </a:lnTo>
                    <a:lnTo>
                      <a:pt x="11916" y="27452"/>
                    </a:lnTo>
                    <a:lnTo>
                      <a:pt x="11683" y="27472"/>
                    </a:lnTo>
                    <a:lnTo>
                      <a:pt x="11468" y="27511"/>
                    </a:lnTo>
                    <a:lnTo>
                      <a:pt x="11235" y="27569"/>
                    </a:lnTo>
                    <a:lnTo>
                      <a:pt x="11021" y="27647"/>
                    </a:lnTo>
                    <a:lnTo>
                      <a:pt x="10806" y="27725"/>
                    </a:lnTo>
                    <a:lnTo>
                      <a:pt x="10592" y="27822"/>
                    </a:lnTo>
                    <a:lnTo>
                      <a:pt x="10398" y="27939"/>
                    </a:lnTo>
                    <a:lnTo>
                      <a:pt x="10183" y="28095"/>
                    </a:lnTo>
                    <a:lnTo>
                      <a:pt x="9969" y="28270"/>
                    </a:lnTo>
                    <a:lnTo>
                      <a:pt x="9775" y="28465"/>
                    </a:lnTo>
                    <a:lnTo>
                      <a:pt x="9619" y="28679"/>
                    </a:lnTo>
                    <a:lnTo>
                      <a:pt x="9463" y="28893"/>
                    </a:lnTo>
                    <a:lnTo>
                      <a:pt x="9327" y="29127"/>
                    </a:lnTo>
                    <a:lnTo>
                      <a:pt x="9210" y="29380"/>
                    </a:lnTo>
                    <a:lnTo>
                      <a:pt x="9113" y="29613"/>
                    </a:lnTo>
                    <a:lnTo>
                      <a:pt x="9035" y="29886"/>
                    </a:lnTo>
                    <a:lnTo>
                      <a:pt x="8976" y="30139"/>
                    </a:lnTo>
                    <a:lnTo>
                      <a:pt x="8937" y="30412"/>
                    </a:lnTo>
                    <a:lnTo>
                      <a:pt x="8918" y="30684"/>
                    </a:lnTo>
                    <a:lnTo>
                      <a:pt x="8918" y="30937"/>
                    </a:lnTo>
                    <a:lnTo>
                      <a:pt x="8937" y="31210"/>
                    </a:lnTo>
                    <a:lnTo>
                      <a:pt x="8996" y="31482"/>
                    </a:lnTo>
                    <a:lnTo>
                      <a:pt x="9074" y="31735"/>
                    </a:lnTo>
                    <a:lnTo>
                      <a:pt x="8821" y="31638"/>
                    </a:lnTo>
                    <a:lnTo>
                      <a:pt x="8567" y="31541"/>
                    </a:lnTo>
                    <a:lnTo>
                      <a:pt x="8334" y="31482"/>
                    </a:lnTo>
                    <a:lnTo>
                      <a:pt x="8061" y="31404"/>
                    </a:lnTo>
                    <a:lnTo>
                      <a:pt x="7808" y="31366"/>
                    </a:lnTo>
                    <a:lnTo>
                      <a:pt x="7555" y="31327"/>
                    </a:lnTo>
                    <a:lnTo>
                      <a:pt x="7302" y="31307"/>
                    </a:lnTo>
                    <a:lnTo>
                      <a:pt x="7029" y="31307"/>
                    </a:lnTo>
                    <a:lnTo>
                      <a:pt x="6659" y="31327"/>
                    </a:lnTo>
                    <a:lnTo>
                      <a:pt x="6270" y="31366"/>
                    </a:lnTo>
                    <a:lnTo>
                      <a:pt x="5900" y="31424"/>
                    </a:lnTo>
                    <a:lnTo>
                      <a:pt x="5511" y="31521"/>
                    </a:lnTo>
                    <a:lnTo>
                      <a:pt x="5141" y="31638"/>
                    </a:lnTo>
                    <a:lnTo>
                      <a:pt x="4771" y="31774"/>
                    </a:lnTo>
                    <a:lnTo>
                      <a:pt x="4420" y="31930"/>
                    </a:lnTo>
                    <a:lnTo>
                      <a:pt x="4070" y="32105"/>
                    </a:lnTo>
                    <a:lnTo>
                      <a:pt x="3720" y="32300"/>
                    </a:lnTo>
                    <a:lnTo>
                      <a:pt x="3389" y="32514"/>
                    </a:lnTo>
                    <a:lnTo>
                      <a:pt x="3077" y="32748"/>
                    </a:lnTo>
                    <a:lnTo>
                      <a:pt x="2766" y="33001"/>
                    </a:lnTo>
                    <a:lnTo>
                      <a:pt x="2493" y="33274"/>
                    </a:lnTo>
                    <a:lnTo>
                      <a:pt x="2220" y="33566"/>
                    </a:lnTo>
                    <a:lnTo>
                      <a:pt x="1967" y="33858"/>
                    </a:lnTo>
                    <a:lnTo>
                      <a:pt x="1734" y="34189"/>
                    </a:lnTo>
                    <a:lnTo>
                      <a:pt x="1461" y="34578"/>
                    </a:lnTo>
                    <a:lnTo>
                      <a:pt x="1247" y="34987"/>
                    </a:lnTo>
                    <a:lnTo>
                      <a:pt x="1033" y="35415"/>
                    </a:lnTo>
                    <a:lnTo>
                      <a:pt x="858" y="35863"/>
                    </a:lnTo>
                    <a:lnTo>
                      <a:pt x="702" y="36311"/>
                    </a:lnTo>
                    <a:lnTo>
                      <a:pt x="565" y="36759"/>
                    </a:lnTo>
                    <a:lnTo>
                      <a:pt x="429" y="37226"/>
                    </a:lnTo>
                    <a:lnTo>
                      <a:pt x="332" y="37693"/>
                    </a:lnTo>
                    <a:lnTo>
                      <a:pt x="254" y="38180"/>
                    </a:lnTo>
                    <a:lnTo>
                      <a:pt x="176" y="38647"/>
                    </a:lnTo>
                    <a:lnTo>
                      <a:pt x="137" y="39134"/>
                    </a:lnTo>
                    <a:lnTo>
                      <a:pt x="79" y="39621"/>
                    </a:lnTo>
                    <a:lnTo>
                      <a:pt x="20" y="40575"/>
                    </a:lnTo>
                    <a:lnTo>
                      <a:pt x="1" y="41509"/>
                    </a:lnTo>
                    <a:lnTo>
                      <a:pt x="1" y="42035"/>
                    </a:lnTo>
                    <a:lnTo>
                      <a:pt x="1" y="42560"/>
                    </a:lnTo>
                    <a:lnTo>
                      <a:pt x="40" y="43086"/>
                    </a:lnTo>
                    <a:lnTo>
                      <a:pt x="98" y="43612"/>
                    </a:lnTo>
                    <a:lnTo>
                      <a:pt x="157" y="44138"/>
                    </a:lnTo>
                    <a:lnTo>
                      <a:pt x="254" y="44644"/>
                    </a:lnTo>
                    <a:lnTo>
                      <a:pt x="351" y="45169"/>
                    </a:lnTo>
                    <a:lnTo>
                      <a:pt x="468" y="45676"/>
                    </a:lnTo>
                    <a:lnTo>
                      <a:pt x="585" y="46201"/>
                    </a:lnTo>
                    <a:lnTo>
                      <a:pt x="741" y="46707"/>
                    </a:lnTo>
                    <a:lnTo>
                      <a:pt x="896" y="47194"/>
                    </a:lnTo>
                    <a:lnTo>
                      <a:pt x="1072" y="47700"/>
                    </a:lnTo>
                    <a:lnTo>
                      <a:pt x="1247" y="48187"/>
                    </a:lnTo>
                    <a:lnTo>
                      <a:pt x="1442" y="48674"/>
                    </a:lnTo>
                    <a:lnTo>
                      <a:pt x="1656" y="49161"/>
                    </a:lnTo>
                    <a:lnTo>
                      <a:pt x="1870" y="49647"/>
                    </a:lnTo>
                    <a:lnTo>
                      <a:pt x="2181" y="50270"/>
                    </a:lnTo>
                    <a:lnTo>
                      <a:pt x="2512" y="50893"/>
                    </a:lnTo>
                    <a:lnTo>
                      <a:pt x="2863" y="51497"/>
                    </a:lnTo>
                    <a:lnTo>
                      <a:pt x="3233" y="52101"/>
                    </a:lnTo>
                    <a:lnTo>
                      <a:pt x="3622" y="52704"/>
                    </a:lnTo>
                    <a:lnTo>
                      <a:pt x="4012" y="53269"/>
                    </a:lnTo>
                    <a:lnTo>
                      <a:pt x="4420" y="53853"/>
                    </a:lnTo>
                    <a:lnTo>
                      <a:pt x="4849" y="54417"/>
                    </a:lnTo>
                    <a:lnTo>
                      <a:pt x="5277" y="54963"/>
                    </a:lnTo>
                    <a:lnTo>
                      <a:pt x="5725" y="55527"/>
                    </a:lnTo>
                    <a:lnTo>
                      <a:pt x="6173" y="56053"/>
                    </a:lnTo>
                    <a:lnTo>
                      <a:pt x="6640" y="56598"/>
                    </a:lnTo>
                    <a:lnTo>
                      <a:pt x="7594" y="57630"/>
                    </a:lnTo>
                    <a:lnTo>
                      <a:pt x="8567" y="58662"/>
                    </a:lnTo>
                    <a:lnTo>
                      <a:pt x="9210" y="59304"/>
                    </a:lnTo>
                    <a:lnTo>
                      <a:pt x="9872" y="59927"/>
                    </a:lnTo>
                    <a:lnTo>
                      <a:pt x="10534" y="60550"/>
                    </a:lnTo>
                    <a:lnTo>
                      <a:pt x="11215" y="61154"/>
                    </a:lnTo>
                    <a:lnTo>
                      <a:pt x="11897" y="61738"/>
                    </a:lnTo>
                    <a:lnTo>
                      <a:pt x="12598" y="62322"/>
                    </a:lnTo>
                    <a:lnTo>
                      <a:pt x="13318" y="62867"/>
                    </a:lnTo>
                    <a:lnTo>
                      <a:pt x="14058" y="63393"/>
                    </a:lnTo>
                    <a:lnTo>
                      <a:pt x="14934" y="63257"/>
                    </a:lnTo>
                    <a:lnTo>
                      <a:pt x="15810" y="63120"/>
                    </a:lnTo>
                    <a:lnTo>
                      <a:pt x="16667" y="62945"/>
                    </a:lnTo>
                    <a:lnTo>
                      <a:pt x="17523" y="62750"/>
                    </a:lnTo>
                    <a:lnTo>
                      <a:pt x="17562" y="62731"/>
                    </a:lnTo>
                    <a:lnTo>
                      <a:pt x="17582" y="62731"/>
                    </a:lnTo>
                    <a:lnTo>
                      <a:pt x="17757" y="62692"/>
                    </a:lnTo>
                    <a:lnTo>
                      <a:pt x="18614" y="62478"/>
                    </a:lnTo>
                    <a:lnTo>
                      <a:pt x="19451" y="62244"/>
                    </a:lnTo>
                    <a:lnTo>
                      <a:pt x="20288" y="61972"/>
                    </a:lnTo>
                    <a:lnTo>
                      <a:pt x="21125" y="61699"/>
                    </a:lnTo>
                    <a:lnTo>
                      <a:pt x="21748" y="61485"/>
                    </a:lnTo>
                    <a:lnTo>
                      <a:pt x="22352" y="61251"/>
                    </a:lnTo>
                    <a:lnTo>
                      <a:pt x="22955" y="60998"/>
                    </a:lnTo>
                    <a:lnTo>
                      <a:pt x="23539" y="60726"/>
                    </a:lnTo>
                    <a:lnTo>
                      <a:pt x="24123" y="60453"/>
                    </a:lnTo>
                    <a:lnTo>
                      <a:pt x="24688" y="60161"/>
                    </a:lnTo>
                    <a:lnTo>
                      <a:pt x="25272" y="59869"/>
                    </a:lnTo>
                    <a:lnTo>
                      <a:pt x="25817" y="59538"/>
                    </a:lnTo>
                    <a:lnTo>
                      <a:pt x="26362" y="59207"/>
                    </a:lnTo>
                    <a:lnTo>
                      <a:pt x="26908" y="58856"/>
                    </a:lnTo>
                    <a:lnTo>
                      <a:pt x="27414" y="58467"/>
                    </a:lnTo>
                    <a:lnTo>
                      <a:pt x="27920" y="58097"/>
                    </a:lnTo>
                    <a:lnTo>
                      <a:pt x="28426" y="57688"/>
                    </a:lnTo>
                    <a:lnTo>
                      <a:pt x="28893" y="57260"/>
                    </a:lnTo>
                    <a:lnTo>
                      <a:pt x="29361" y="56812"/>
                    </a:lnTo>
                    <a:lnTo>
                      <a:pt x="29809" y="56345"/>
                    </a:lnTo>
                    <a:lnTo>
                      <a:pt x="30256" y="55858"/>
                    </a:lnTo>
                    <a:lnTo>
                      <a:pt x="30665" y="55371"/>
                    </a:lnTo>
                    <a:lnTo>
                      <a:pt x="31055" y="54846"/>
                    </a:lnTo>
                    <a:lnTo>
                      <a:pt x="31425" y="54320"/>
                    </a:lnTo>
                    <a:lnTo>
                      <a:pt x="31794" y="53775"/>
                    </a:lnTo>
                    <a:lnTo>
                      <a:pt x="32125" y="53210"/>
                    </a:lnTo>
                    <a:lnTo>
                      <a:pt x="32437" y="52646"/>
                    </a:lnTo>
                    <a:lnTo>
                      <a:pt x="32748" y="52062"/>
                    </a:lnTo>
                    <a:lnTo>
                      <a:pt x="33040" y="51478"/>
                    </a:lnTo>
                    <a:lnTo>
                      <a:pt x="33294" y="50874"/>
                    </a:lnTo>
                    <a:lnTo>
                      <a:pt x="33547" y="50270"/>
                    </a:lnTo>
                    <a:lnTo>
                      <a:pt x="33780" y="49667"/>
                    </a:lnTo>
                    <a:lnTo>
                      <a:pt x="34014" y="49044"/>
                    </a:lnTo>
                    <a:lnTo>
                      <a:pt x="34209" y="48421"/>
                    </a:lnTo>
                    <a:lnTo>
                      <a:pt x="34403" y="47798"/>
                    </a:lnTo>
                    <a:lnTo>
                      <a:pt x="34579" y="47175"/>
                    </a:lnTo>
                    <a:lnTo>
                      <a:pt x="34871" y="46065"/>
                    </a:lnTo>
                    <a:lnTo>
                      <a:pt x="35163" y="44916"/>
                    </a:lnTo>
                    <a:lnTo>
                      <a:pt x="35435" y="43729"/>
                    </a:lnTo>
                    <a:lnTo>
                      <a:pt x="35688" y="42522"/>
                    </a:lnTo>
                    <a:lnTo>
                      <a:pt x="35902" y="41295"/>
                    </a:lnTo>
                    <a:lnTo>
                      <a:pt x="36000" y="40672"/>
                    </a:lnTo>
                    <a:lnTo>
                      <a:pt x="36078" y="40049"/>
                    </a:lnTo>
                    <a:lnTo>
                      <a:pt x="36136" y="39445"/>
                    </a:lnTo>
                    <a:lnTo>
                      <a:pt x="36175" y="38822"/>
                    </a:lnTo>
                    <a:lnTo>
                      <a:pt x="36214" y="38199"/>
                    </a:lnTo>
                    <a:lnTo>
                      <a:pt x="36214" y="37596"/>
                    </a:lnTo>
                    <a:lnTo>
                      <a:pt x="36214" y="36953"/>
                    </a:lnTo>
                    <a:lnTo>
                      <a:pt x="36175" y="36311"/>
                    </a:lnTo>
                    <a:lnTo>
                      <a:pt x="36117" y="35688"/>
                    </a:lnTo>
                    <a:lnTo>
                      <a:pt x="36019" y="35065"/>
                    </a:lnTo>
                    <a:lnTo>
                      <a:pt x="35902" y="34461"/>
                    </a:lnTo>
                    <a:lnTo>
                      <a:pt x="35747" y="33858"/>
                    </a:lnTo>
                    <a:lnTo>
                      <a:pt x="35572" y="33274"/>
                    </a:lnTo>
                    <a:lnTo>
                      <a:pt x="35338" y="32709"/>
                    </a:lnTo>
                    <a:lnTo>
                      <a:pt x="35085" y="32164"/>
                    </a:lnTo>
                    <a:lnTo>
                      <a:pt x="34793" y="31619"/>
                    </a:lnTo>
                    <a:lnTo>
                      <a:pt x="34462" y="31112"/>
                    </a:lnTo>
                    <a:lnTo>
                      <a:pt x="34092" y="30606"/>
                    </a:lnTo>
                    <a:lnTo>
                      <a:pt x="33878" y="30353"/>
                    </a:lnTo>
                    <a:lnTo>
                      <a:pt x="33664" y="30119"/>
                    </a:lnTo>
                    <a:lnTo>
                      <a:pt x="33449" y="29886"/>
                    </a:lnTo>
                    <a:lnTo>
                      <a:pt x="33196" y="29672"/>
                    </a:lnTo>
                    <a:lnTo>
                      <a:pt x="32963" y="29438"/>
                    </a:lnTo>
                    <a:lnTo>
                      <a:pt x="32690" y="29243"/>
                    </a:lnTo>
                    <a:lnTo>
                      <a:pt x="32417" y="29029"/>
                    </a:lnTo>
                    <a:lnTo>
                      <a:pt x="32145" y="28815"/>
                    </a:lnTo>
                    <a:lnTo>
                      <a:pt x="31697" y="28562"/>
                    </a:lnTo>
                    <a:lnTo>
                      <a:pt x="31249" y="28309"/>
                    </a:lnTo>
                    <a:lnTo>
                      <a:pt x="30763" y="28114"/>
                    </a:lnTo>
                    <a:lnTo>
                      <a:pt x="30276" y="27939"/>
                    </a:lnTo>
                    <a:lnTo>
                      <a:pt x="29789" y="27803"/>
                    </a:lnTo>
                    <a:lnTo>
                      <a:pt x="29283" y="27705"/>
                    </a:lnTo>
                    <a:lnTo>
                      <a:pt x="28757" y="27647"/>
                    </a:lnTo>
                    <a:lnTo>
                      <a:pt x="28251" y="27608"/>
                    </a:lnTo>
                    <a:lnTo>
                      <a:pt x="28017" y="27608"/>
                    </a:lnTo>
                    <a:lnTo>
                      <a:pt x="27706" y="27627"/>
                    </a:lnTo>
                    <a:lnTo>
                      <a:pt x="27394" y="27647"/>
                    </a:lnTo>
                    <a:lnTo>
                      <a:pt x="27102" y="27686"/>
                    </a:lnTo>
                    <a:lnTo>
                      <a:pt x="26791" y="27725"/>
                    </a:lnTo>
                    <a:lnTo>
                      <a:pt x="26499" y="27783"/>
                    </a:lnTo>
                    <a:lnTo>
                      <a:pt x="26207" y="27861"/>
                    </a:lnTo>
                    <a:lnTo>
                      <a:pt x="25915" y="27958"/>
                    </a:lnTo>
                    <a:lnTo>
                      <a:pt x="25623" y="28056"/>
                    </a:lnTo>
                    <a:lnTo>
                      <a:pt x="25350" y="28192"/>
                    </a:lnTo>
                    <a:lnTo>
                      <a:pt x="25077" y="28309"/>
                    </a:lnTo>
                    <a:lnTo>
                      <a:pt x="24824" y="28465"/>
                    </a:lnTo>
                    <a:lnTo>
                      <a:pt x="24571" y="28620"/>
                    </a:lnTo>
                    <a:lnTo>
                      <a:pt x="24338" y="28796"/>
                    </a:lnTo>
                    <a:lnTo>
                      <a:pt x="24104" y="28990"/>
                    </a:lnTo>
                    <a:lnTo>
                      <a:pt x="23870" y="29204"/>
                    </a:lnTo>
                    <a:lnTo>
                      <a:pt x="23656" y="29419"/>
                    </a:lnTo>
                    <a:lnTo>
                      <a:pt x="23442" y="29691"/>
                    </a:lnTo>
                    <a:lnTo>
                      <a:pt x="23500" y="29165"/>
                    </a:lnTo>
                    <a:lnTo>
                      <a:pt x="23539" y="28640"/>
                    </a:lnTo>
                    <a:lnTo>
                      <a:pt x="23559" y="28114"/>
                    </a:lnTo>
                    <a:lnTo>
                      <a:pt x="23559" y="27588"/>
                    </a:lnTo>
                    <a:lnTo>
                      <a:pt x="23520" y="27316"/>
                    </a:lnTo>
                    <a:lnTo>
                      <a:pt x="23500" y="27063"/>
                    </a:lnTo>
                    <a:lnTo>
                      <a:pt x="23442" y="26810"/>
                    </a:lnTo>
                    <a:lnTo>
                      <a:pt x="23384" y="26576"/>
                    </a:lnTo>
                    <a:lnTo>
                      <a:pt x="23306" y="26323"/>
                    </a:lnTo>
                    <a:lnTo>
                      <a:pt x="23208" y="26089"/>
                    </a:lnTo>
                    <a:lnTo>
                      <a:pt x="23092" y="25875"/>
                    </a:lnTo>
                    <a:lnTo>
                      <a:pt x="22936" y="25661"/>
                    </a:lnTo>
                    <a:lnTo>
                      <a:pt x="22858" y="25544"/>
                    </a:lnTo>
                    <a:lnTo>
                      <a:pt x="22858" y="25525"/>
                    </a:lnTo>
                    <a:lnTo>
                      <a:pt x="22839" y="25525"/>
                    </a:lnTo>
                    <a:lnTo>
                      <a:pt x="22839" y="25505"/>
                    </a:lnTo>
                    <a:lnTo>
                      <a:pt x="22663" y="25330"/>
                    </a:lnTo>
                    <a:lnTo>
                      <a:pt x="22469" y="25174"/>
                    </a:lnTo>
                    <a:lnTo>
                      <a:pt x="22254" y="25057"/>
                    </a:lnTo>
                    <a:lnTo>
                      <a:pt x="22040" y="24941"/>
                    </a:lnTo>
                    <a:lnTo>
                      <a:pt x="21807" y="24863"/>
                    </a:lnTo>
                    <a:lnTo>
                      <a:pt x="21554" y="24785"/>
                    </a:lnTo>
                    <a:lnTo>
                      <a:pt x="21320" y="24765"/>
                    </a:lnTo>
                    <a:lnTo>
                      <a:pt x="21067" y="24746"/>
                    </a:lnTo>
                    <a:lnTo>
                      <a:pt x="20872" y="24746"/>
                    </a:lnTo>
                    <a:lnTo>
                      <a:pt x="20658" y="24785"/>
                    </a:lnTo>
                    <a:lnTo>
                      <a:pt x="20463" y="24824"/>
                    </a:lnTo>
                    <a:lnTo>
                      <a:pt x="20288" y="24902"/>
                    </a:lnTo>
                    <a:lnTo>
                      <a:pt x="20113" y="24999"/>
                    </a:lnTo>
                    <a:lnTo>
                      <a:pt x="19957" y="25116"/>
                    </a:lnTo>
                    <a:lnTo>
                      <a:pt x="19821" y="25252"/>
                    </a:lnTo>
                    <a:lnTo>
                      <a:pt x="19704" y="25408"/>
                    </a:lnTo>
                    <a:lnTo>
                      <a:pt x="19704" y="25408"/>
                    </a:lnTo>
                    <a:lnTo>
                      <a:pt x="20074" y="24649"/>
                    </a:lnTo>
                    <a:lnTo>
                      <a:pt x="20444" y="23870"/>
                    </a:lnTo>
                    <a:lnTo>
                      <a:pt x="20794" y="23110"/>
                    </a:lnTo>
                    <a:lnTo>
                      <a:pt x="21125" y="22332"/>
                    </a:lnTo>
                    <a:lnTo>
                      <a:pt x="21437" y="21553"/>
                    </a:lnTo>
                    <a:lnTo>
                      <a:pt x="21748" y="20755"/>
                    </a:lnTo>
                    <a:lnTo>
                      <a:pt x="22040" y="19976"/>
                    </a:lnTo>
                    <a:lnTo>
                      <a:pt x="22313" y="19178"/>
                    </a:lnTo>
                    <a:lnTo>
                      <a:pt x="22566" y="18360"/>
                    </a:lnTo>
                    <a:lnTo>
                      <a:pt x="22800" y="17562"/>
                    </a:lnTo>
                    <a:lnTo>
                      <a:pt x="23014" y="16744"/>
                    </a:lnTo>
                    <a:lnTo>
                      <a:pt x="23208" y="15926"/>
                    </a:lnTo>
                    <a:lnTo>
                      <a:pt x="23364" y="15109"/>
                    </a:lnTo>
                    <a:lnTo>
                      <a:pt x="23500" y="14271"/>
                    </a:lnTo>
                    <a:lnTo>
                      <a:pt x="23617" y="13454"/>
                    </a:lnTo>
                    <a:lnTo>
                      <a:pt x="23695" y="12616"/>
                    </a:lnTo>
                    <a:lnTo>
                      <a:pt x="23695" y="12597"/>
                    </a:lnTo>
                    <a:lnTo>
                      <a:pt x="23695" y="12577"/>
                    </a:lnTo>
                    <a:lnTo>
                      <a:pt x="23695" y="12558"/>
                    </a:lnTo>
                    <a:lnTo>
                      <a:pt x="23695" y="12539"/>
                    </a:lnTo>
                    <a:lnTo>
                      <a:pt x="23695" y="12519"/>
                    </a:lnTo>
                    <a:lnTo>
                      <a:pt x="23695" y="12500"/>
                    </a:lnTo>
                    <a:lnTo>
                      <a:pt x="23695" y="12480"/>
                    </a:lnTo>
                    <a:lnTo>
                      <a:pt x="23715" y="12461"/>
                    </a:lnTo>
                    <a:lnTo>
                      <a:pt x="23715" y="12441"/>
                    </a:lnTo>
                    <a:lnTo>
                      <a:pt x="23715" y="12422"/>
                    </a:lnTo>
                    <a:lnTo>
                      <a:pt x="23715" y="12402"/>
                    </a:lnTo>
                    <a:lnTo>
                      <a:pt x="23715" y="12383"/>
                    </a:lnTo>
                    <a:lnTo>
                      <a:pt x="23715" y="12363"/>
                    </a:lnTo>
                    <a:lnTo>
                      <a:pt x="23715" y="12344"/>
                    </a:lnTo>
                    <a:lnTo>
                      <a:pt x="23715" y="12324"/>
                    </a:lnTo>
                    <a:lnTo>
                      <a:pt x="23715" y="12305"/>
                    </a:lnTo>
                    <a:lnTo>
                      <a:pt x="23715" y="12285"/>
                    </a:lnTo>
                    <a:lnTo>
                      <a:pt x="23715" y="12266"/>
                    </a:lnTo>
                    <a:lnTo>
                      <a:pt x="23715" y="12227"/>
                    </a:lnTo>
                    <a:lnTo>
                      <a:pt x="23715" y="12208"/>
                    </a:lnTo>
                    <a:lnTo>
                      <a:pt x="23734" y="12169"/>
                    </a:lnTo>
                    <a:lnTo>
                      <a:pt x="23734" y="12149"/>
                    </a:lnTo>
                    <a:lnTo>
                      <a:pt x="23734" y="12130"/>
                    </a:lnTo>
                    <a:lnTo>
                      <a:pt x="23734" y="12110"/>
                    </a:lnTo>
                    <a:lnTo>
                      <a:pt x="23734" y="12091"/>
                    </a:lnTo>
                    <a:lnTo>
                      <a:pt x="23734" y="12071"/>
                    </a:lnTo>
                    <a:lnTo>
                      <a:pt x="23734" y="12052"/>
                    </a:lnTo>
                    <a:lnTo>
                      <a:pt x="23734" y="12032"/>
                    </a:lnTo>
                    <a:lnTo>
                      <a:pt x="23734" y="12013"/>
                    </a:lnTo>
                    <a:lnTo>
                      <a:pt x="23734" y="11993"/>
                    </a:lnTo>
                    <a:lnTo>
                      <a:pt x="23734" y="11974"/>
                    </a:lnTo>
                    <a:lnTo>
                      <a:pt x="23734" y="11954"/>
                    </a:lnTo>
                    <a:lnTo>
                      <a:pt x="23734" y="11935"/>
                    </a:lnTo>
                    <a:lnTo>
                      <a:pt x="23734" y="11916"/>
                    </a:lnTo>
                    <a:lnTo>
                      <a:pt x="23734" y="11896"/>
                    </a:lnTo>
                    <a:lnTo>
                      <a:pt x="23734" y="11857"/>
                    </a:lnTo>
                    <a:lnTo>
                      <a:pt x="23734" y="11838"/>
                    </a:lnTo>
                    <a:lnTo>
                      <a:pt x="23754" y="11799"/>
                    </a:lnTo>
                    <a:lnTo>
                      <a:pt x="23754" y="11740"/>
                    </a:lnTo>
                    <a:lnTo>
                      <a:pt x="23754" y="11682"/>
                    </a:lnTo>
                    <a:lnTo>
                      <a:pt x="23754" y="11662"/>
                    </a:lnTo>
                    <a:lnTo>
                      <a:pt x="23754" y="11643"/>
                    </a:lnTo>
                    <a:lnTo>
                      <a:pt x="23754" y="11623"/>
                    </a:lnTo>
                    <a:lnTo>
                      <a:pt x="23754" y="11604"/>
                    </a:lnTo>
                    <a:lnTo>
                      <a:pt x="23754" y="11585"/>
                    </a:lnTo>
                    <a:lnTo>
                      <a:pt x="23754" y="11565"/>
                    </a:lnTo>
                    <a:lnTo>
                      <a:pt x="23773" y="10786"/>
                    </a:lnTo>
                    <a:lnTo>
                      <a:pt x="23754" y="10008"/>
                    </a:lnTo>
                    <a:lnTo>
                      <a:pt x="23695" y="9229"/>
                    </a:lnTo>
                    <a:lnTo>
                      <a:pt x="23617" y="8469"/>
                    </a:lnTo>
                    <a:lnTo>
                      <a:pt x="23500" y="7691"/>
                    </a:lnTo>
                    <a:lnTo>
                      <a:pt x="23364" y="6931"/>
                    </a:lnTo>
                    <a:lnTo>
                      <a:pt x="23189" y="6172"/>
                    </a:lnTo>
                    <a:lnTo>
                      <a:pt x="22994" y="5432"/>
                    </a:lnTo>
                    <a:lnTo>
                      <a:pt x="22761" y="4692"/>
                    </a:lnTo>
                    <a:lnTo>
                      <a:pt x="22488" y="3972"/>
                    </a:lnTo>
                    <a:lnTo>
                      <a:pt x="22196" y="3252"/>
                    </a:lnTo>
                    <a:lnTo>
                      <a:pt x="21865" y="2570"/>
                    </a:lnTo>
                    <a:lnTo>
                      <a:pt x="21495" y="1889"/>
                    </a:lnTo>
                    <a:lnTo>
                      <a:pt x="21106" y="1246"/>
                    </a:lnTo>
                    <a:lnTo>
                      <a:pt x="20677" y="604"/>
                    </a:lnTo>
                    <a:lnTo>
                      <a:pt x="20210" y="0"/>
                    </a:lnTo>
                    <a:close/>
                  </a:path>
                </a:pathLst>
              </a:custGeom>
              <a:solidFill>
                <a:srgbClr val="000000">
                  <a:alpha val="217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9" name="Google Shape;7209;p32"/>
              <p:cNvSpPr/>
              <p:nvPr/>
            </p:nvSpPr>
            <p:spPr>
              <a:xfrm>
                <a:off x="5896300" y="-1883925"/>
                <a:ext cx="905350" cy="1584825"/>
              </a:xfrm>
              <a:custGeom>
                <a:avLst/>
                <a:gdLst/>
                <a:ahLst/>
                <a:cxnLst/>
                <a:rect l="l" t="t" r="r" b="b"/>
                <a:pathLst>
                  <a:path w="36214" h="63393" fill="none" extrusionOk="0">
                    <a:moveTo>
                      <a:pt x="20210" y="0"/>
                    </a:moveTo>
                    <a:lnTo>
                      <a:pt x="20210" y="0"/>
                    </a:lnTo>
                    <a:lnTo>
                      <a:pt x="19938" y="175"/>
                    </a:lnTo>
                    <a:lnTo>
                      <a:pt x="19646" y="351"/>
                    </a:lnTo>
                    <a:lnTo>
                      <a:pt x="19646" y="351"/>
                    </a:lnTo>
                    <a:lnTo>
                      <a:pt x="19139" y="721"/>
                    </a:lnTo>
                    <a:lnTo>
                      <a:pt x="18672" y="1129"/>
                    </a:lnTo>
                    <a:lnTo>
                      <a:pt x="18205" y="1558"/>
                    </a:lnTo>
                    <a:lnTo>
                      <a:pt x="17776" y="2025"/>
                    </a:lnTo>
                    <a:lnTo>
                      <a:pt x="17387" y="2492"/>
                    </a:lnTo>
                    <a:lnTo>
                      <a:pt x="17017" y="2999"/>
                    </a:lnTo>
                    <a:lnTo>
                      <a:pt x="16647" y="3524"/>
                    </a:lnTo>
                    <a:lnTo>
                      <a:pt x="16316" y="4050"/>
                    </a:lnTo>
                    <a:lnTo>
                      <a:pt x="16005" y="4614"/>
                    </a:lnTo>
                    <a:lnTo>
                      <a:pt x="15732" y="5179"/>
                    </a:lnTo>
                    <a:lnTo>
                      <a:pt x="15460" y="5763"/>
                    </a:lnTo>
                    <a:lnTo>
                      <a:pt x="15206" y="6347"/>
                    </a:lnTo>
                    <a:lnTo>
                      <a:pt x="14973" y="6931"/>
                    </a:lnTo>
                    <a:lnTo>
                      <a:pt x="14759" y="7535"/>
                    </a:lnTo>
                    <a:lnTo>
                      <a:pt x="14564" y="8138"/>
                    </a:lnTo>
                    <a:lnTo>
                      <a:pt x="14369" y="8761"/>
                    </a:lnTo>
                    <a:lnTo>
                      <a:pt x="14369" y="8761"/>
                    </a:lnTo>
                    <a:lnTo>
                      <a:pt x="14038" y="9949"/>
                    </a:lnTo>
                    <a:lnTo>
                      <a:pt x="13766" y="11156"/>
                    </a:lnTo>
                    <a:lnTo>
                      <a:pt x="13513" y="12363"/>
                    </a:lnTo>
                    <a:lnTo>
                      <a:pt x="13318" y="13590"/>
                    </a:lnTo>
                    <a:lnTo>
                      <a:pt x="13182" y="14816"/>
                    </a:lnTo>
                    <a:lnTo>
                      <a:pt x="13065" y="16043"/>
                    </a:lnTo>
                    <a:lnTo>
                      <a:pt x="13006" y="17289"/>
                    </a:lnTo>
                    <a:lnTo>
                      <a:pt x="12987" y="18535"/>
                    </a:lnTo>
                    <a:lnTo>
                      <a:pt x="13006" y="19762"/>
                    </a:lnTo>
                    <a:lnTo>
                      <a:pt x="13065" y="21008"/>
                    </a:lnTo>
                    <a:lnTo>
                      <a:pt x="13182" y="22234"/>
                    </a:lnTo>
                    <a:lnTo>
                      <a:pt x="13337" y="23461"/>
                    </a:lnTo>
                    <a:lnTo>
                      <a:pt x="13532" y="24688"/>
                    </a:lnTo>
                    <a:lnTo>
                      <a:pt x="13785" y="25895"/>
                    </a:lnTo>
                    <a:lnTo>
                      <a:pt x="14058" y="27102"/>
                    </a:lnTo>
                    <a:lnTo>
                      <a:pt x="14389" y="28289"/>
                    </a:lnTo>
                    <a:lnTo>
                      <a:pt x="14389" y="28289"/>
                    </a:lnTo>
                    <a:lnTo>
                      <a:pt x="14155" y="28095"/>
                    </a:lnTo>
                    <a:lnTo>
                      <a:pt x="13902" y="27919"/>
                    </a:lnTo>
                    <a:lnTo>
                      <a:pt x="13629" y="27783"/>
                    </a:lnTo>
                    <a:lnTo>
                      <a:pt x="13357" y="27666"/>
                    </a:lnTo>
                    <a:lnTo>
                      <a:pt x="13065" y="27569"/>
                    </a:lnTo>
                    <a:lnTo>
                      <a:pt x="12753" y="27511"/>
                    </a:lnTo>
                    <a:lnTo>
                      <a:pt x="12461" y="27452"/>
                    </a:lnTo>
                    <a:lnTo>
                      <a:pt x="12150" y="27452"/>
                    </a:lnTo>
                    <a:lnTo>
                      <a:pt x="12150" y="27452"/>
                    </a:lnTo>
                    <a:lnTo>
                      <a:pt x="11916" y="27452"/>
                    </a:lnTo>
                    <a:lnTo>
                      <a:pt x="11683" y="27472"/>
                    </a:lnTo>
                    <a:lnTo>
                      <a:pt x="11468" y="27511"/>
                    </a:lnTo>
                    <a:lnTo>
                      <a:pt x="11235" y="27569"/>
                    </a:lnTo>
                    <a:lnTo>
                      <a:pt x="11021" y="27647"/>
                    </a:lnTo>
                    <a:lnTo>
                      <a:pt x="10806" y="27725"/>
                    </a:lnTo>
                    <a:lnTo>
                      <a:pt x="10592" y="27822"/>
                    </a:lnTo>
                    <a:lnTo>
                      <a:pt x="10398" y="27939"/>
                    </a:lnTo>
                    <a:lnTo>
                      <a:pt x="10398" y="27939"/>
                    </a:lnTo>
                    <a:lnTo>
                      <a:pt x="10183" y="28095"/>
                    </a:lnTo>
                    <a:lnTo>
                      <a:pt x="9969" y="28270"/>
                    </a:lnTo>
                    <a:lnTo>
                      <a:pt x="9775" y="28465"/>
                    </a:lnTo>
                    <a:lnTo>
                      <a:pt x="9619" y="28679"/>
                    </a:lnTo>
                    <a:lnTo>
                      <a:pt x="9463" y="28893"/>
                    </a:lnTo>
                    <a:lnTo>
                      <a:pt x="9327" y="29127"/>
                    </a:lnTo>
                    <a:lnTo>
                      <a:pt x="9210" y="29380"/>
                    </a:lnTo>
                    <a:lnTo>
                      <a:pt x="9113" y="29613"/>
                    </a:lnTo>
                    <a:lnTo>
                      <a:pt x="9035" y="29886"/>
                    </a:lnTo>
                    <a:lnTo>
                      <a:pt x="8976" y="30139"/>
                    </a:lnTo>
                    <a:lnTo>
                      <a:pt x="8937" y="30412"/>
                    </a:lnTo>
                    <a:lnTo>
                      <a:pt x="8918" y="30684"/>
                    </a:lnTo>
                    <a:lnTo>
                      <a:pt x="8918" y="30937"/>
                    </a:lnTo>
                    <a:lnTo>
                      <a:pt x="8937" y="31210"/>
                    </a:lnTo>
                    <a:lnTo>
                      <a:pt x="8996" y="31482"/>
                    </a:lnTo>
                    <a:lnTo>
                      <a:pt x="9074" y="31735"/>
                    </a:lnTo>
                    <a:lnTo>
                      <a:pt x="9074" y="31735"/>
                    </a:lnTo>
                    <a:lnTo>
                      <a:pt x="8821" y="31638"/>
                    </a:lnTo>
                    <a:lnTo>
                      <a:pt x="8567" y="31541"/>
                    </a:lnTo>
                    <a:lnTo>
                      <a:pt x="8334" y="31482"/>
                    </a:lnTo>
                    <a:lnTo>
                      <a:pt x="8061" y="31404"/>
                    </a:lnTo>
                    <a:lnTo>
                      <a:pt x="7808" y="31366"/>
                    </a:lnTo>
                    <a:lnTo>
                      <a:pt x="7555" y="31327"/>
                    </a:lnTo>
                    <a:lnTo>
                      <a:pt x="7302" y="31307"/>
                    </a:lnTo>
                    <a:lnTo>
                      <a:pt x="7029" y="31307"/>
                    </a:lnTo>
                    <a:lnTo>
                      <a:pt x="7029" y="31307"/>
                    </a:lnTo>
                    <a:lnTo>
                      <a:pt x="6659" y="31327"/>
                    </a:lnTo>
                    <a:lnTo>
                      <a:pt x="6270" y="31366"/>
                    </a:lnTo>
                    <a:lnTo>
                      <a:pt x="5900" y="31424"/>
                    </a:lnTo>
                    <a:lnTo>
                      <a:pt x="5511" y="31521"/>
                    </a:lnTo>
                    <a:lnTo>
                      <a:pt x="5141" y="31638"/>
                    </a:lnTo>
                    <a:lnTo>
                      <a:pt x="4771" y="31774"/>
                    </a:lnTo>
                    <a:lnTo>
                      <a:pt x="4420" y="31930"/>
                    </a:lnTo>
                    <a:lnTo>
                      <a:pt x="4070" y="32105"/>
                    </a:lnTo>
                    <a:lnTo>
                      <a:pt x="3720" y="32300"/>
                    </a:lnTo>
                    <a:lnTo>
                      <a:pt x="3389" y="32514"/>
                    </a:lnTo>
                    <a:lnTo>
                      <a:pt x="3077" y="32748"/>
                    </a:lnTo>
                    <a:lnTo>
                      <a:pt x="2766" y="33001"/>
                    </a:lnTo>
                    <a:lnTo>
                      <a:pt x="2493" y="33274"/>
                    </a:lnTo>
                    <a:lnTo>
                      <a:pt x="2220" y="33566"/>
                    </a:lnTo>
                    <a:lnTo>
                      <a:pt x="1967" y="33858"/>
                    </a:lnTo>
                    <a:lnTo>
                      <a:pt x="1734" y="34189"/>
                    </a:lnTo>
                    <a:lnTo>
                      <a:pt x="1734" y="34189"/>
                    </a:lnTo>
                    <a:lnTo>
                      <a:pt x="1461" y="34578"/>
                    </a:lnTo>
                    <a:lnTo>
                      <a:pt x="1247" y="34987"/>
                    </a:lnTo>
                    <a:lnTo>
                      <a:pt x="1033" y="35415"/>
                    </a:lnTo>
                    <a:lnTo>
                      <a:pt x="858" y="35863"/>
                    </a:lnTo>
                    <a:lnTo>
                      <a:pt x="702" y="36311"/>
                    </a:lnTo>
                    <a:lnTo>
                      <a:pt x="565" y="36759"/>
                    </a:lnTo>
                    <a:lnTo>
                      <a:pt x="429" y="37226"/>
                    </a:lnTo>
                    <a:lnTo>
                      <a:pt x="332" y="37693"/>
                    </a:lnTo>
                    <a:lnTo>
                      <a:pt x="254" y="38180"/>
                    </a:lnTo>
                    <a:lnTo>
                      <a:pt x="176" y="38647"/>
                    </a:lnTo>
                    <a:lnTo>
                      <a:pt x="137" y="39134"/>
                    </a:lnTo>
                    <a:lnTo>
                      <a:pt x="79" y="39621"/>
                    </a:lnTo>
                    <a:lnTo>
                      <a:pt x="20" y="40575"/>
                    </a:lnTo>
                    <a:lnTo>
                      <a:pt x="1" y="41509"/>
                    </a:lnTo>
                    <a:lnTo>
                      <a:pt x="1" y="41509"/>
                    </a:lnTo>
                    <a:lnTo>
                      <a:pt x="1" y="42035"/>
                    </a:lnTo>
                    <a:lnTo>
                      <a:pt x="1" y="42560"/>
                    </a:lnTo>
                    <a:lnTo>
                      <a:pt x="40" y="43086"/>
                    </a:lnTo>
                    <a:lnTo>
                      <a:pt x="98" y="43612"/>
                    </a:lnTo>
                    <a:lnTo>
                      <a:pt x="157" y="44138"/>
                    </a:lnTo>
                    <a:lnTo>
                      <a:pt x="254" y="44644"/>
                    </a:lnTo>
                    <a:lnTo>
                      <a:pt x="351" y="45169"/>
                    </a:lnTo>
                    <a:lnTo>
                      <a:pt x="468" y="45676"/>
                    </a:lnTo>
                    <a:lnTo>
                      <a:pt x="585" y="46201"/>
                    </a:lnTo>
                    <a:lnTo>
                      <a:pt x="741" y="46707"/>
                    </a:lnTo>
                    <a:lnTo>
                      <a:pt x="896" y="47194"/>
                    </a:lnTo>
                    <a:lnTo>
                      <a:pt x="1072" y="47700"/>
                    </a:lnTo>
                    <a:lnTo>
                      <a:pt x="1247" y="48187"/>
                    </a:lnTo>
                    <a:lnTo>
                      <a:pt x="1442" y="48674"/>
                    </a:lnTo>
                    <a:lnTo>
                      <a:pt x="1656" y="49161"/>
                    </a:lnTo>
                    <a:lnTo>
                      <a:pt x="1870" y="49647"/>
                    </a:lnTo>
                    <a:lnTo>
                      <a:pt x="1870" y="49647"/>
                    </a:lnTo>
                    <a:lnTo>
                      <a:pt x="2181" y="50270"/>
                    </a:lnTo>
                    <a:lnTo>
                      <a:pt x="2512" y="50893"/>
                    </a:lnTo>
                    <a:lnTo>
                      <a:pt x="2863" y="51497"/>
                    </a:lnTo>
                    <a:lnTo>
                      <a:pt x="3233" y="52101"/>
                    </a:lnTo>
                    <a:lnTo>
                      <a:pt x="3622" y="52704"/>
                    </a:lnTo>
                    <a:lnTo>
                      <a:pt x="4012" y="53269"/>
                    </a:lnTo>
                    <a:lnTo>
                      <a:pt x="4420" y="53853"/>
                    </a:lnTo>
                    <a:lnTo>
                      <a:pt x="4849" y="54417"/>
                    </a:lnTo>
                    <a:lnTo>
                      <a:pt x="5277" y="54963"/>
                    </a:lnTo>
                    <a:lnTo>
                      <a:pt x="5725" y="55527"/>
                    </a:lnTo>
                    <a:lnTo>
                      <a:pt x="6173" y="56053"/>
                    </a:lnTo>
                    <a:lnTo>
                      <a:pt x="6640" y="56598"/>
                    </a:lnTo>
                    <a:lnTo>
                      <a:pt x="7594" y="57630"/>
                    </a:lnTo>
                    <a:lnTo>
                      <a:pt x="8567" y="58662"/>
                    </a:lnTo>
                    <a:lnTo>
                      <a:pt x="8567" y="58662"/>
                    </a:lnTo>
                    <a:lnTo>
                      <a:pt x="9210" y="59304"/>
                    </a:lnTo>
                    <a:lnTo>
                      <a:pt x="9872" y="59927"/>
                    </a:lnTo>
                    <a:lnTo>
                      <a:pt x="10534" y="60550"/>
                    </a:lnTo>
                    <a:lnTo>
                      <a:pt x="11215" y="61154"/>
                    </a:lnTo>
                    <a:lnTo>
                      <a:pt x="11897" y="61738"/>
                    </a:lnTo>
                    <a:lnTo>
                      <a:pt x="12598" y="62322"/>
                    </a:lnTo>
                    <a:lnTo>
                      <a:pt x="13318" y="62867"/>
                    </a:lnTo>
                    <a:lnTo>
                      <a:pt x="14058" y="63393"/>
                    </a:lnTo>
                    <a:lnTo>
                      <a:pt x="14058" y="63393"/>
                    </a:lnTo>
                    <a:lnTo>
                      <a:pt x="14934" y="63257"/>
                    </a:lnTo>
                    <a:lnTo>
                      <a:pt x="15810" y="63120"/>
                    </a:lnTo>
                    <a:lnTo>
                      <a:pt x="16667" y="62945"/>
                    </a:lnTo>
                    <a:lnTo>
                      <a:pt x="17523" y="62750"/>
                    </a:lnTo>
                    <a:lnTo>
                      <a:pt x="17523" y="62750"/>
                    </a:lnTo>
                    <a:lnTo>
                      <a:pt x="17523" y="62750"/>
                    </a:lnTo>
                    <a:lnTo>
                      <a:pt x="17562" y="62731"/>
                    </a:lnTo>
                    <a:lnTo>
                      <a:pt x="17562" y="62731"/>
                    </a:lnTo>
                    <a:lnTo>
                      <a:pt x="17562" y="62731"/>
                    </a:lnTo>
                    <a:lnTo>
                      <a:pt x="17562" y="62731"/>
                    </a:lnTo>
                    <a:lnTo>
                      <a:pt x="17582" y="62731"/>
                    </a:lnTo>
                    <a:lnTo>
                      <a:pt x="17582" y="62731"/>
                    </a:lnTo>
                    <a:lnTo>
                      <a:pt x="17757" y="62692"/>
                    </a:lnTo>
                    <a:lnTo>
                      <a:pt x="17757" y="62692"/>
                    </a:lnTo>
                    <a:lnTo>
                      <a:pt x="18614" y="62478"/>
                    </a:lnTo>
                    <a:lnTo>
                      <a:pt x="19451" y="62244"/>
                    </a:lnTo>
                    <a:lnTo>
                      <a:pt x="20288" y="61972"/>
                    </a:lnTo>
                    <a:lnTo>
                      <a:pt x="21125" y="61699"/>
                    </a:lnTo>
                    <a:lnTo>
                      <a:pt x="21125" y="61699"/>
                    </a:lnTo>
                    <a:lnTo>
                      <a:pt x="21748" y="61485"/>
                    </a:lnTo>
                    <a:lnTo>
                      <a:pt x="22352" y="61251"/>
                    </a:lnTo>
                    <a:lnTo>
                      <a:pt x="22955" y="60998"/>
                    </a:lnTo>
                    <a:lnTo>
                      <a:pt x="23539" y="60726"/>
                    </a:lnTo>
                    <a:lnTo>
                      <a:pt x="24123" y="60453"/>
                    </a:lnTo>
                    <a:lnTo>
                      <a:pt x="24688" y="60161"/>
                    </a:lnTo>
                    <a:lnTo>
                      <a:pt x="25272" y="59869"/>
                    </a:lnTo>
                    <a:lnTo>
                      <a:pt x="25817" y="59538"/>
                    </a:lnTo>
                    <a:lnTo>
                      <a:pt x="26362" y="59207"/>
                    </a:lnTo>
                    <a:lnTo>
                      <a:pt x="26908" y="58856"/>
                    </a:lnTo>
                    <a:lnTo>
                      <a:pt x="27414" y="58467"/>
                    </a:lnTo>
                    <a:lnTo>
                      <a:pt x="27920" y="58097"/>
                    </a:lnTo>
                    <a:lnTo>
                      <a:pt x="28426" y="57688"/>
                    </a:lnTo>
                    <a:lnTo>
                      <a:pt x="28893" y="57260"/>
                    </a:lnTo>
                    <a:lnTo>
                      <a:pt x="29361" y="56812"/>
                    </a:lnTo>
                    <a:lnTo>
                      <a:pt x="29809" y="56345"/>
                    </a:lnTo>
                    <a:lnTo>
                      <a:pt x="29809" y="56345"/>
                    </a:lnTo>
                    <a:lnTo>
                      <a:pt x="30256" y="55858"/>
                    </a:lnTo>
                    <a:lnTo>
                      <a:pt x="30665" y="55371"/>
                    </a:lnTo>
                    <a:lnTo>
                      <a:pt x="31055" y="54846"/>
                    </a:lnTo>
                    <a:lnTo>
                      <a:pt x="31425" y="54320"/>
                    </a:lnTo>
                    <a:lnTo>
                      <a:pt x="31794" y="53775"/>
                    </a:lnTo>
                    <a:lnTo>
                      <a:pt x="32125" y="53210"/>
                    </a:lnTo>
                    <a:lnTo>
                      <a:pt x="32437" y="52646"/>
                    </a:lnTo>
                    <a:lnTo>
                      <a:pt x="32748" y="52062"/>
                    </a:lnTo>
                    <a:lnTo>
                      <a:pt x="33040" y="51478"/>
                    </a:lnTo>
                    <a:lnTo>
                      <a:pt x="33294" y="50874"/>
                    </a:lnTo>
                    <a:lnTo>
                      <a:pt x="33547" y="50270"/>
                    </a:lnTo>
                    <a:lnTo>
                      <a:pt x="33780" y="49667"/>
                    </a:lnTo>
                    <a:lnTo>
                      <a:pt x="34014" y="49044"/>
                    </a:lnTo>
                    <a:lnTo>
                      <a:pt x="34209" y="48421"/>
                    </a:lnTo>
                    <a:lnTo>
                      <a:pt x="34403" y="47798"/>
                    </a:lnTo>
                    <a:lnTo>
                      <a:pt x="34579" y="47175"/>
                    </a:lnTo>
                    <a:lnTo>
                      <a:pt x="34579" y="47175"/>
                    </a:lnTo>
                    <a:lnTo>
                      <a:pt x="34871" y="46065"/>
                    </a:lnTo>
                    <a:lnTo>
                      <a:pt x="35163" y="44916"/>
                    </a:lnTo>
                    <a:lnTo>
                      <a:pt x="35435" y="43729"/>
                    </a:lnTo>
                    <a:lnTo>
                      <a:pt x="35688" y="42522"/>
                    </a:lnTo>
                    <a:lnTo>
                      <a:pt x="35902" y="41295"/>
                    </a:lnTo>
                    <a:lnTo>
                      <a:pt x="36000" y="40672"/>
                    </a:lnTo>
                    <a:lnTo>
                      <a:pt x="36078" y="40049"/>
                    </a:lnTo>
                    <a:lnTo>
                      <a:pt x="36136" y="39445"/>
                    </a:lnTo>
                    <a:lnTo>
                      <a:pt x="36175" y="38822"/>
                    </a:lnTo>
                    <a:lnTo>
                      <a:pt x="36214" y="38199"/>
                    </a:lnTo>
                    <a:lnTo>
                      <a:pt x="36214" y="37596"/>
                    </a:lnTo>
                    <a:lnTo>
                      <a:pt x="36214" y="37596"/>
                    </a:lnTo>
                    <a:lnTo>
                      <a:pt x="36214" y="36953"/>
                    </a:lnTo>
                    <a:lnTo>
                      <a:pt x="36175" y="36311"/>
                    </a:lnTo>
                    <a:lnTo>
                      <a:pt x="36117" y="35688"/>
                    </a:lnTo>
                    <a:lnTo>
                      <a:pt x="36019" y="35065"/>
                    </a:lnTo>
                    <a:lnTo>
                      <a:pt x="35902" y="34461"/>
                    </a:lnTo>
                    <a:lnTo>
                      <a:pt x="35747" y="33858"/>
                    </a:lnTo>
                    <a:lnTo>
                      <a:pt x="35572" y="33274"/>
                    </a:lnTo>
                    <a:lnTo>
                      <a:pt x="35338" y="32709"/>
                    </a:lnTo>
                    <a:lnTo>
                      <a:pt x="35085" y="32164"/>
                    </a:lnTo>
                    <a:lnTo>
                      <a:pt x="34793" y="31619"/>
                    </a:lnTo>
                    <a:lnTo>
                      <a:pt x="34462" y="31112"/>
                    </a:lnTo>
                    <a:lnTo>
                      <a:pt x="34092" y="30606"/>
                    </a:lnTo>
                    <a:lnTo>
                      <a:pt x="33878" y="30353"/>
                    </a:lnTo>
                    <a:lnTo>
                      <a:pt x="33664" y="30119"/>
                    </a:lnTo>
                    <a:lnTo>
                      <a:pt x="33449" y="29886"/>
                    </a:lnTo>
                    <a:lnTo>
                      <a:pt x="33196" y="29672"/>
                    </a:lnTo>
                    <a:lnTo>
                      <a:pt x="32963" y="29438"/>
                    </a:lnTo>
                    <a:lnTo>
                      <a:pt x="32690" y="29243"/>
                    </a:lnTo>
                    <a:lnTo>
                      <a:pt x="32417" y="29029"/>
                    </a:lnTo>
                    <a:lnTo>
                      <a:pt x="32145" y="28815"/>
                    </a:lnTo>
                    <a:lnTo>
                      <a:pt x="32145" y="28815"/>
                    </a:lnTo>
                    <a:lnTo>
                      <a:pt x="32145" y="28815"/>
                    </a:lnTo>
                    <a:lnTo>
                      <a:pt x="31697" y="28562"/>
                    </a:lnTo>
                    <a:lnTo>
                      <a:pt x="31249" y="28309"/>
                    </a:lnTo>
                    <a:lnTo>
                      <a:pt x="30763" y="28114"/>
                    </a:lnTo>
                    <a:lnTo>
                      <a:pt x="30276" y="27939"/>
                    </a:lnTo>
                    <a:lnTo>
                      <a:pt x="29789" y="27803"/>
                    </a:lnTo>
                    <a:lnTo>
                      <a:pt x="29283" y="27705"/>
                    </a:lnTo>
                    <a:lnTo>
                      <a:pt x="28757" y="27647"/>
                    </a:lnTo>
                    <a:lnTo>
                      <a:pt x="28251" y="27608"/>
                    </a:lnTo>
                    <a:lnTo>
                      <a:pt x="28251" y="27608"/>
                    </a:lnTo>
                    <a:lnTo>
                      <a:pt x="28095" y="27608"/>
                    </a:lnTo>
                    <a:lnTo>
                      <a:pt x="28095" y="27608"/>
                    </a:lnTo>
                    <a:lnTo>
                      <a:pt x="28017" y="27608"/>
                    </a:lnTo>
                    <a:lnTo>
                      <a:pt x="28017" y="27608"/>
                    </a:lnTo>
                    <a:lnTo>
                      <a:pt x="27706" y="27627"/>
                    </a:lnTo>
                    <a:lnTo>
                      <a:pt x="27394" y="27647"/>
                    </a:lnTo>
                    <a:lnTo>
                      <a:pt x="27102" y="27686"/>
                    </a:lnTo>
                    <a:lnTo>
                      <a:pt x="26791" y="27725"/>
                    </a:lnTo>
                    <a:lnTo>
                      <a:pt x="26499" y="27783"/>
                    </a:lnTo>
                    <a:lnTo>
                      <a:pt x="26207" y="27861"/>
                    </a:lnTo>
                    <a:lnTo>
                      <a:pt x="25915" y="27958"/>
                    </a:lnTo>
                    <a:lnTo>
                      <a:pt x="25623" y="28056"/>
                    </a:lnTo>
                    <a:lnTo>
                      <a:pt x="25350" y="28192"/>
                    </a:lnTo>
                    <a:lnTo>
                      <a:pt x="25077" y="28309"/>
                    </a:lnTo>
                    <a:lnTo>
                      <a:pt x="24824" y="28465"/>
                    </a:lnTo>
                    <a:lnTo>
                      <a:pt x="24571" y="28620"/>
                    </a:lnTo>
                    <a:lnTo>
                      <a:pt x="24338" y="28796"/>
                    </a:lnTo>
                    <a:lnTo>
                      <a:pt x="24104" y="28990"/>
                    </a:lnTo>
                    <a:lnTo>
                      <a:pt x="23870" y="29204"/>
                    </a:lnTo>
                    <a:lnTo>
                      <a:pt x="23656" y="29419"/>
                    </a:lnTo>
                    <a:lnTo>
                      <a:pt x="23656" y="29419"/>
                    </a:lnTo>
                    <a:lnTo>
                      <a:pt x="23442" y="29691"/>
                    </a:lnTo>
                    <a:lnTo>
                      <a:pt x="23442" y="29691"/>
                    </a:lnTo>
                    <a:lnTo>
                      <a:pt x="23442" y="29691"/>
                    </a:lnTo>
                    <a:lnTo>
                      <a:pt x="23442" y="29691"/>
                    </a:lnTo>
                    <a:lnTo>
                      <a:pt x="23442" y="29691"/>
                    </a:lnTo>
                    <a:lnTo>
                      <a:pt x="23500" y="29165"/>
                    </a:lnTo>
                    <a:lnTo>
                      <a:pt x="23539" y="28640"/>
                    </a:lnTo>
                    <a:lnTo>
                      <a:pt x="23559" y="28114"/>
                    </a:lnTo>
                    <a:lnTo>
                      <a:pt x="23559" y="27588"/>
                    </a:lnTo>
                    <a:lnTo>
                      <a:pt x="23520" y="27316"/>
                    </a:lnTo>
                    <a:lnTo>
                      <a:pt x="23500" y="27063"/>
                    </a:lnTo>
                    <a:lnTo>
                      <a:pt x="23442" y="26810"/>
                    </a:lnTo>
                    <a:lnTo>
                      <a:pt x="23384" y="26576"/>
                    </a:lnTo>
                    <a:lnTo>
                      <a:pt x="23306" y="26323"/>
                    </a:lnTo>
                    <a:lnTo>
                      <a:pt x="23208" y="26089"/>
                    </a:lnTo>
                    <a:lnTo>
                      <a:pt x="23092" y="25875"/>
                    </a:lnTo>
                    <a:lnTo>
                      <a:pt x="22936" y="25661"/>
                    </a:lnTo>
                    <a:lnTo>
                      <a:pt x="22936" y="25661"/>
                    </a:lnTo>
                    <a:lnTo>
                      <a:pt x="22936" y="25661"/>
                    </a:lnTo>
                    <a:lnTo>
                      <a:pt x="22858" y="25544"/>
                    </a:lnTo>
                    <a:lnTo>
                      <a:pt x="22858" y="25544"/>
                    </a:lnTo>
                    <a:lnTo>
                      <a:pt x="22858" y="25525"/>
                    </a:lnTo>
                    <a:lnTo>
                      <a:pt x="22858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05"/>
                    </a:lnTo>
                    <a:lnTo>
                      <a:pt x="22839" y="25505"/>
                    </a:lnTo>
                    <a:lnTo>
                      <a:pt x="22839" y="25505"/>
                    </a:lnTo>
                    <a:lnTo>
                      <a:pt x="22839" y="25505"/>
                    </a:lnTo>
                    <a:lnTo>
                      <a:pt x="22663" y="25330"/>
                    </a:lnTo>
                    <a:lnTo>
                      <a:pt x="22469" y="25174"/>
                    </a:lnTo>
                    <a:lnTo>
                      <a:pt x="22254" y="25057"/>
                    </a:lnTo>
                    <a:lnTo>
                      <a:pt x="22040" y="24941"/>
                    </a:lnTo>
                    <a:lnTo>
                      <a:pt x="21807" y="24863"/>
                    </a:lnTo>
                    <a:lnTo>
                      <a:pt x="21554" y="24785"/>
                    </a:lnTo>
                    <a:lnTo>
                      <a:pt x="21320" y="24765"/>
                    </a:lnTo>
                    <a:lnTo>
                      <a:pt x="21067" y="24746"/>
                    </a:lnTo>
                    <a:lnTo>
                      <a:pt x="21067" y="24746"/>
                    </a:lnTo>
                    <a:lnTo>
                      <a:pt x="20872" y="24746"/>
                    </a:lnTo>
                    <a:lnTo>
                      <a:pt x="20658" y="24785"/>
                    </a:lnTo>
                    <a:lnTo>
                      <a:pt x="20463" y="24824"/>
                    </a:lnTo>
                    <a:lnTo>
                      <a:pt x="20288" y="24902"/>
                    </a:lnTo>
                    <a:lnTo>
                      <a:pt x="20113" y="24999"/>
                    </a:lnTo>
                    <a:lnTo>
                      <a:pt x="19957" y="25116"/>
                    </a:lnTo>
                    <a:lnTo>
                      <a:pt x="19821" y="25252"/>
                    </a:lnTo>
                    <a:lnTo>
                      <a:pt x="19704" y="25408"/>
                    </a:lnTo>
                    <a:lnTo>
                      <a:pt x="19704" y="25408"/>
                    </a:lnTo>
                    <a:lnTo>
                      <a:pt x="20074" y="24649"/>
                    </a:lnTo>
                    <a:lnTo>
                      <a:pt x="20444" y="23870"/>
                    </a:lnTo>
                    <a:lnTo>
                      <a:pt x="20794" y="23110"/>
                    </a:lnTo>
                    <a:lnTo>
                      <a:pt x="21125" y="22332"/>
                    </a:lnTo>
                    <a:lnTo>
                      <a:pt x="21437" y="21553"/>
                    </a:lnTo>
                    <a:lnTo>
                      <a:pt x="21748" y="20755"/>
                    </a:lnTo>
                    <a:lnTo>
                      <a:pt x="22040" y="19976"/>
                    </a:lnTo>
                    <a:lnTo>
                      <a:pt x="22313" y="19178"/>
                    </a:lnTo>
                    <a:lnTo>
                      <a:pt x="22566" y="18360"/>
                    </a:lnTo>
                    <a:lnTo>
                      <a:pt x="22800" y="17562"/>
                    </a:lnTo>
                    <a:lnTo>
                      <a:pt x="23014" y="16744"/>
                    </a:lnTo>
                    <a:lnTo>
                      <a:pt x="23208" y="15926"/>
                    </a:lnTo>
                    <a:lnTo>
                      <a:pt x="23364" y="15109"/>
                    </a:lnTo>
                    <a:lnTo>
                      <a:pt x="23500" y="14271"/>
                    </a:lnTo>
                    <a:lnTo>
                      <a:pt x="23617" y="13454"/>
                    </a:lnTo>
                    <a:lnTo>
                      <a:pt x="23695" y="12616"/>
                    </a:lnTo>
                    <a:lnTo>
                      <a:pt x="23695" y="12616"/>
                    </a:lnTo>
                    <a:lnTo>
                      <a:pt x="23695" y="12616"/>
                    </a:lnTo>
                    <a:lnTo>
                      <a:pt x="23695" y="12616"/>
                    </a:lnTo>
                    <a:lnTo>
                      <a:pt x="23695" y="12597"/>
                    </a:lnTo>
                    <a:lnTo>
                      <a:pt x="23695" y="12597"/>
                    </a:lnTo>
                    <a:lnTo>
                      <a:pt x="23695" y="12577"/>
                    </a:lnTo>
                    <a:lnTo>
                      <a:pt x="23695" y="12577"/>
                    </a:lnTo>
                    <a:lnTo>
                      <a:pt x="23695" y="12558"/>
                    </a:lnTo>
                    <a:lnTo>
                      <a:pt x="23695" y="12558"/>
                    </a:lnTo>
                    <a:lnTo>
                      <a:pt x="23695" y="12558"/>
                    </a:lnTo>
                    <a:lnTo>
                      <a:pt x="23695" y="12558"/>
                    </a:lnTo>
                    <a:lnTo>
                      <a:pt x="23695" y="12539"/>
                    </a:lnTo>
                    <a:lnTo>
                      <a:pt x="23695" y="12539"/>
                    </a:lnTo>
                    <a:lnTo>
                      <a:pt x="23695" y="12519"/>
                    </a:lnTo>
                    <a:lnTo>
                      <a:pt x="23695" y="12519"/>
                    </a:lnTo>
                    <a:lnTo>
                      <a:pt x="23695" y="12500"/>
                    </a:lnTo>
                    <a:lnTo>
                      <a:pt x="23695" y="12500"/>
                    </a:lnTo>
                    <a:lnTo>
                      <a:pt x="23695" y="12500"/>
                    </a:lnTo>
                    <a:lnTo>
                      <a:pt x="23695" y="12500"/>
                    </a:lnTo>
                    <a:lnTo>
                      <a:pt x="23695" y="12480"/>
                    </a:lnTo>
                    <a:lnTo>
                      <a:pt x="23695" y="12480"/>
                    </a:lnTo>
                    <a:lnTo>
                      <a:pt x="23715" y="12461"/>
                    </a:lnTo>
                    <a:lnTo>
                      <a:pt x="23715" y="12461"/>
                    </a:lnTo>
                    <a:lnTo>
                      <a:pt x="23715" y="12461"/>
                    </a:lnTo>
                    <a:lnTo>
                      <a:pt x="23715" y="12461"/>
                    </a:lnTo>
                    <a:lnTo>
                      <a:pt x="23715" y="12441"/>
                    </a:lnTo>
                    <a:lnTo>
                      <a:pt x="23715" y="12441"/>
                    </a:lnTo>
                    <a:lnTo>
                      <a:pt x="23715" y="12422"/>
                    </a:lnTo>
                    <a:lnTo>
                      <a:pt x="23715" y="12422"/>
                    </a:lnTo>
                    <a:lnTo>
                      <a:pt x="23715" y="12402"/>
                    </a:lnTo>
                    <a:lnTo>
                      <a:pt x="23715" y="12402"/>
                    </a:lnTo>
                    <a:lnTo>
                      <a:pt x="23715" y="12402"/>
                    </a:lnTo>
                    <a:lnTo>
                      <a:pt x="23715" y="12402"/>
                    </a:lnTo>
                    <a:lnTo>
                      <a:pt x="23715" y="12383"/>
                    </a:lnTo>
                    <a:lnTo>
                      <a:pt x="23715" y="12383"/>
                    </a:lnTo>
                    <a:lnTo>
                      <a:pt x="23715" y="12363"/>
                    </a:lnTo>
                    <a:lnTo>
                      <a:pt x="23715" y="12363"/>
                    </a:lnTo>
                    <a:lnTo>
                      <a:pt x="23715" y="12344"/>
                    </a:lnTo>
                    <a:lnTo>
                      <a:pt x="23715" y="12344"/>
                    </a:lnTo>
                    <a:lnTo>
                      <a:pt x="23715" y="12344"/>
                    </a:lnTo>
                    <a:lnTo>
                      <a:pt x="23715" y="12344"/>
                    </a:lnTo>
                    <a:lnTo>
                      <a:pt x="23715" y="12324"/>
                    </a:lnTo>
                    <a:lnTo>
                      <a:pt x="23715" y="12324"/>
                    </a:lnTo>
                    <a:lnTo>
                      <a:pt x="23715" y="12305"/>
                    </a:lnTo>
                    <a:lnTo>
                      <a:pt x="23715" y="12305"/>
                    </a:lnTo>
                    <a:lnTo>
                      <a:pt x="23715" y="12285"/>
                    </a:lnTo>
                    <a:lnTo>
                      <a:pt x="23715" y="12285"/>
                    </a:lnTo>
                    <a:lnTo>
                      <a:pt x="23715" y="12285"/>
                    </a:lnTo>
                    <a:lnTo>
                      <a:pt x="23715" y="12285"/>
                    </a:lnTo>
                    <a:lnTo>
                      <a:pt x="23715" y="12266"/>
                    </a:lnTo>
                    <a:lnTo>
                      <a:pt x="23715" y="12266"/>
                    </a:lnTo>
                    <a:lnTo>
                      <a:pt x="23715" y="12266"/>
                    </a:lnTo>
                    <a:lnTo>
                      <a:pt x="23715" y="12266"/>
                    </a:lnTo>
                    <a:lnTo>
                      <a:pt x="23715" y="12227"/>
                    </a:lnTo>
                    <a:lnTo>
                      <a:pt x="23715" y="12227"/>
                    </a:lnTo>
                    <a:lnTo>
                      <a:pt x="23715" y="12227"/>
                    </a:lnTo>
                    <a:lnTo>
                      <a:pt x="23715" y="12227"/>
                    </a:lnTo>
                    <a:lnTo>
                      <a:pt x="23715" y="12208"/>
                    </a:lnTo>
                    <a:lnTo>
                      <a:pt x="23715" y="12208"/>
                    </a:lnTo>
                    <a:lnTo>
                      <a:pt x="23715" y="12208"/>
                    </a:lnTo>
                    <a:lnTo>
                      <a:pt x="23715" y="12208"/>
                    </a:lnTo>
                    <a:lnTo>
                      <a:pt x="23734" y="12169"/>
                    </a:lnTo>
                    <a:lnTo>
                      <a:pt x="23734" y="12169"/>
                    </a:lnTo>
                    <a:lnTo>
                      <a:pt x="23734" y="12169"/>
                    </a:lnTo>
                    <a:lnTo>
                      <a:pt x="23734" y="12169"/>
                    </a:lnTo>
                    <a:lnTo>
                      <a:pt x="23734" y="12149"/>
                    </a:lnTo>
                    <a:lnTo>
                      <a:pt x="23734" y="12149"/>
                    </a:lnTo>
                    <a:lnTo>
                      <a:pt x="23734" y="12149"/>
                    </a:lnTo>
                    <a:lnTo>
                      <a:pt x="23734" y="12149"/>
                    </a:lnTo>
                    <a:lnTo>
                      <a:pt x="23734" y="12130"/>
                    </a:lnTo>
                    <a:lnTo>
                      <a:pt x="23734" y="12130"/>
                    </a:lnTo>
                    <a:lnTo>
                      <a:pt x="23734" y="12110"/>
                    </a:lnTo>
                    <a:lnTo>
                      <a:pt x="23734" y="12110"/>
                    </a:lnTo>
                    <a:lnTo>
                      <a:pt x="23734" y="12091"/>
                    </a:lnTo>
                    <a:lnTo>
                      <a:pt x="23734" y="12091"/>
                    </a:lnTo>
                    <a:lnTo>
                      <a:pt x="23734" y="12091"/>
                    </a:lnTo>
                    <a:lnTo>
                      <a:pt x="23734" y="12091"/>
                    </a:lnTo>
                    <a:lnTo>
                      <a:pt x="23734" y="12071"/>
                    </a:lnTo>
                    <a:lnTo>
                      <a:pt x="23734" y="12071"/>
                    </a:lnTo>
                    <a:lnTo>
                      <a:pt x="23734" y="12052"/>
                    </a:lnTo>
                    <a:lnTo>
                      <a:pt x="23734" y="12052"/>
                    </a:lnTo>
                    <a:lnTo>
                      <a:pt x="23734" y="12032"/>
                    </a:lnTo>
                    <a:lnTo>
                      <a:pt x="23734" y="12032"/>
                    </a:lnTo>
                    <a:lnTo>
                      <a:pt x="23734" y="12032"/>
                    </a:lnTo>
                    <a:lnTo>
                      <a:pt x="23734" y="12032"/>
                    </a:lnTo>
                    <a:lnTo>
                      <a:pt x="23734" y="12013"/>
                    </a:lnTo>
                    <a:lnTo>
                      <a:pt x="23734" y="12013"/>
                    </a:lnTo>
                    <a:lnTo>
                      <a:pt x="23734" y="11993"/>
                    </a:lnTo>
                    <a:lnTo>
                      <a:pt x="23734" y="11993"/>
                    </a:lnTo>
                    <a:lnTo>
                      <a:pt x="23734" y="11974"/>
                    </a:lnTo>
                    <a:lnTo>
                      <a:pt x="23734" y="11974"/>
                    </a:lnTo>
                    <a:lnTo>
                      <a:pt x="23734" y="11974"/>
                    </a:lnTo>
                    <a:lnTo>
                      <a:pt x="23734" y="11974"/>
                    </a:lnTo>
                    <a:lnTo>
                      <a:pt x="23734" y="11954"/>
                    </a:lnTo>
                    <a:lnTo>
                      <a:pt x="23734" y="11954"/>
                    </a:lnTo>
                    <a:lnTo>
                      <a:pt x="23734" y="11935"/>
                    </a:lnTo>
                    <a:lnTo>
                      <a:pt x="23734" y="11935"/>
                    </a:lnTo>
                    <a:lnTo>
                      <a:pt x="23734" y="11916"/>
                    </a:lnTo>
                    <a:lnTo>
                      <a:pt x="23734" y="11916"/>
                    </a:lnTo>
                    <a:lnTo>
                      <a:pt x="23734" y="11916"/>
                    </a:lnTo>
                    <a:lnTo>
                      <a:pt x="23734" y="11916"/>
                    </a:lnTo>
                    <a:lnTo>
                      <a:pt x="23734" y="11896"/>
                    </a:lnTo>
                    <a:lnTo>
                      <a:pt x="23734" y="11896"/>
                    </a:lnTo>
                    <a:lnTo>
                      <a:pt x="23734" y="11896"/>
                    </a:lnTo>
                    <a:lnTo>
                      <a:pt x="23734" y="11896"/>
                    </a:lnTo>
                    <a:lnTo>
                      <a:pt x="23734" y="11857"/>
                    </a:lnTo>
                    <a:lnTo>
                      <a:pt x="23734" y="11857"/>
                    </a:lnTo>
                    <a:lnTo>
                      <a:pt x="23734" y="11857"/>
                    </a:lnTo>
                    <a:lnTo>
                      <a:pt x="23734" y="11857"/>
                    </a:lnTo>
                    <a:lnTo>
                      <a:pt x="23734" y="11838"/>
                    </a:lnTo>
                    <a:lnTo>
                      <a:pt x="23734" y="11838"/>
                    </a:lnTo>
                    <a:lnTo>
                      <a:pt x="23734" y="11838"/>
                    </a:lnTo>
                    <a:lnTo>
                      <a:pt x="23734" y="11838"/>
                    </a:lnTo>
                    <a:lnTo>
                      <a:pt x="23754" y="11799"/>
                    </a:lnTo>
                    <a:lnTo>
                      <a:pt x="23754" y="11799"/>
                    </a:lnTo>
                    <a:lnTo>
                      <a:pt x="23754" y="11799"/>
                    </a:lnTo>
                    <a:lnTo>
                      <a:pt x="23754" y="11740"/>
                    </a:lnTo>
                    <a:lnTo>
                      <a:pt x="23754" y="11740"/>
                    </a:lnTo>
                    <a:lnTo>
                      <a:pt x="23754" y="11740"/>
                    </a:lnTo>
                    <a:lnTo>
                      <a:pt x="23754" y="11740"/>
                    </a:lnTo>
                    <a:lnTo>
                      <a:pt x="23754" y="11682"/>
                    </a:lnTo>
                    <a:lnTo>
                      <a:pt x="23754" y="11682"/>
                    </a:lnTo>
                    <a:lnTo>
                      <a:pt x="23754" y="11682"/>
                    </a:lnTo>
                    <a:lnTo>
                      <a:pt x="23754" y="11682"/>
                    </a:lnTo>
                    <a:lnTo>
                      <a:pt x="23754" y="11662"/>
                    </a:lnTo>
                    <a:lnTo>
                      <a:pt x="23754" y="11662"/>
                    </a:lnTo>
                    <a:lnTo>
                      <a:pt x="23754" y="11643"/>
                    </a:lnTo>
                    <a:lnTo>
                      <a:pt x="23754" y="11643"/>
                    </a:lnTo>
                    <a:lnTo>
                      <a:pt x="23754" y="11643"/>
                    </a:lnTo>
                    <a:lnTo>
                      <a:pt x="23754" y="11643"/>
                    </a:lnTo>
                    <a:lnTo>
                      <a:pt x="23754" y="11623"/>
                    </a:lnTo>
                    <a:lnTo>
                      <a:pt x="23754" y="11623"/>
                    </a:lnTo>
                    <a:lnTo>
                      <a:pt x="23754" y="11604"/>
                    </a:lnTo>
                    <a:lnTo>
                      <a:pt x="23754" y="11604"/>
                    </a:lnTo>
                    <a:lnTo>
                      <a:pt x="23754" y="11604"/>
                    </a:lnTo>
                    <a:lnTo>
                      <a:pt x="23754" y="11604"/>
                    </a:lnTo>
                    <a:lnTo>
                      <a:pt x="23754" y="11585"/>
                    </a:lnTo>
                    <a:lnTo>
                      <a:pt x="23754" y="11585"/>
                    </a:lnTo>
                    <a:lnTo>
                      <a:pt x="23754" y="11565"/>
                    </a:lnTo>
                    <a:lnTo>
                      <a:pt x="23754" y="11565"/>
                    </a:lnTo>
                    <a:lnTo>
                      <a:pt x="23754" y="11565"/>
                    </a:lnTo>
                    <a:lnTo>
                      <a:pt x="23754" y="11565"/>
                    </a:lnTo>
                    <a:lnTo>
                      <a:pt x="23773" y="10786"/>
                    </a:lnTo>
                    <a:lnTo>
                      <a:pt x="23754" y="10008"/>
                    </a:lnTo>
                    <a:lnTo>
                      <a:pt x="23695" y="9229"/>
                    </a:lnTo>
                    <a:lnTo>
                      <a:pt x="23617" y="8469"/>
                    </a:lnTo>
                    <a:lnTo>
                      <a:pt x="23500" y="7691"/>
                    </a:lnTo>
                    <a:lnTo>
                      <a:pt x="23364" y="6931"/>
                    </a:lnTo>
                    <a:lnTo>
                      <a:pt x="23189" y="6172"/>
                    </a:lnTo>
                    <a:lnTo>
                      <a:pt x="22994" y="5432"/>
                    </a:lnTo>
                    <a:lnTo>
                      <a:pt x="22761" y="4692"/>
                    </a:lnTo>
                    <a:lnTo>
                      <a:pt x="22488" y="3972"/>
                    </a:lnTo>
                    <a:lnTo>
                      <a:pt x="22196" y="3252"/>
                    </a:lnTo>
                    <a:lnTo>
                      <a:pt x="21865" y="2570"/>
                    </a:lnTo>
                    <a:lnTo>
                      <a:pt x="21495" y="1889"/>
                    </a:lnTo>
                    <a:lnTo>
                      <a:pt x="21106" y="1246"/>
                    </a:lnTo>
                    <a:lnTo>
                      <a:pt x="20677" y="604"/>
                    </a:lnTo>
                    <a:lnTo>
                      <a:pt x="2021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10" name="Google Shape;7210;p32"/>
              <p:cNvSpPr/>
              <p:nvPr/>
            </p:nvSpPr>
            <p:spPr>
              <a:xfrm>
                <a:off x="5982950" y="-1452675"/>
                <a:ext cx="440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7621" h="60960" extrusionOk="0">
                    <a:moveTo>
                      <a:pt x="6893" y="0"/>
                    </a:moveTo>
                    <a:lnTo>
                      <a:pt x="6678" y="39"/>
                    </a:lnTo>
                    <a:lnTo>
                      <a:pt x="6464" y="117"/>
                    </a:lnTo>
                    <a:lnTo>
                      <a:pt x="6270" y="234"/>
                    </a:lnTo>
                    <a:lnTo>
                      <a:pt x="6192" y="312"/>
                    </a:lnTo>
                    <a:lnTo>
                      <a:pt x="6114" y="390"/>
                    </a:lnTo>
                    <a:lnTo>
                      <a:pt x="6036" y="487"/>
                    </a:lnTo>
                    <a:lnTo>
                      <a:pt x="5978" y="584"/>
                    </a:lnTo>
                    <a:lnTo>
                      <a:pt x="5919" y="701"/>
                    </a:lnTo>
                    <a:lnTo>
                      <a:pt x="5880" y="818"/>
                    </a:lnTo>
                    <a:lnTo>
                      <a:pt x="5861" y="954"/>
                    </a:lnTo>
                    <a:lnTo>
                      <a:pt x="5841" y="1090"/>
                    </a:lnTo>
                    <a:lnTo>
                      <a:pt x="5666" y="4965"/>
                    </a:lnTo>
                    <a:lnTo>
                      <a:pt x="5510" y="8839"/>
                    </a:lnTo>
                    <a:lnTo>
                      <a:pt x="5374" y="12714"/>
                    </a:lnTo>
                    <a:lnTo>
                      <a:pt x="5257" y="16588"/>
                    </a:lnTo>
                    <a:lnTo>
                      <a:pt x="4907" y="16101"/>
                    </a:lnTo>
                    <a:lnTo>
                      <a:pt x="4556" y="15615"/>
                    </a:lnTo>
                    <a:lnTo>
                      <a:pt x="4186" y="15147"/>
                    </a:lnTo>
                    <a:lnTo>
                      <a:pt x="3816" y="14680"/>
                    </a:lnTo>
                    <a:lnTo>
                      <a:pt x="3427" y="14232"/>
                    </a:lnTo>
                    <a:lnTo>
                      <a:pt x="3018" y="13785"/>
                    </a:lnTo>
                    <a:lnTo>
                      <a:pt x="2609" y="13356"/>
                    </a:lnTo>
                    <a:lnTo>
                      <a:pt x="2200" y="12928"/>
                    </a:lnTo>
                    <a:lnTo>
                      <a:pt x="2084" y="12831"/>
                    </a:lnTo>
                    <a:lnTo>
                      <a:pt x="1967" y="12753"/>
                    </a:lnTo>
                    <a:lnTo>
                      <a:pt x="1869" y="12694"/>
                    </a:lnTo>
                    <a:lnTo>
                      <a:pt x="1753" y="12636"/>
                    </a:lnTo>
                    <a:lnTo>
                      <a:pt x="1636" y="12597"/>
                    </a:lnTo>
                    <a:lnTo>
                      <a:pt x="1500" y="12577"/>
                    </a:lnTo>
                    <a:lnTo>
                      <a:pt x="1383" y="12558"/>
                    </a:lnTo>
                    <a:lnTo>
                      <a:pt x="1266" y="12558"/>
                    </a:lnTo>
                    <a:lnTo>
                      <a:pt x="1032" y="12597"/>
                    </a:lnTo>
                    <a:lnTo>
                      <a:pt x="818" y="12675"/>
                    </a:lnTo>
                    <a:lnTo>
                      <a:pt x="604" y="12772"/>
                    </a:lnTo>
                    <a:lnTo>
                      <a:pt x="429" y="12908"/>
                    </a:lnTo>
                    <a:lnTo>
                      <a:pt x="273" y="13064"/>
                    </a:lnTo>
                    <a:lnTo>
                      <a:pt x="137" y="13259"/>
                    </a:lnTo>
                    <a:lnTo>
                      <a:pt x="39" y="13454"/>
                    </a:lnTo>
                    <a:lnTo>
                      <a:pt x="20" y="13570"/>
                    </a:lnTo>
                    <a:lnTo>
                      <a:pt x="0" y="13668"/>
                    </a:lnTo>
                    <a:lnTo>
                      <a:pt x="0" y="13785"/>
                    </a:lnTo>
                    <a:lnTo>
                      <a:pt x="0" y="13882"/>
                    </a:lnTo>
                    <a:lnTo>
                      <a:pt x="20" y="13999"/>
                    </a:lnTo>
                    <a:lnTo>
                      <a:pt x="59" y="14116"/>
                    </a:lnTo>
                    <a:lnTo>
                      <a:pt x="98" y="14213"/>
                    </a:lnTo>
                    <a:lnTo>
                      <a:pt x="156" y="14330"/>
                    </a:lnTo>
                    <a:lnTo>
                      <a:pt x="254" y="14427"/>
                    </a:lnTo>
                    <a:lnTo>
                      <a:pt x="351" y="14544"/>
                    </a:lnTo>
                    <a:lnTo>
                      <a:pt x="1091" y="15303"/>
                    </a:lnTo>
                    <a:lnTo>
                      <a:pt x="1441" y="15693"/>
                    </a:lnTo>
                    <a:lnTo>
                      <a:pt x="1792" y="16082"/>
                    </a:lnTo>
                    <a:lnTo>
                      <a:pt x="2123" y="16491"/>
                    </a:lnTo>
                    <a:lnTo>
                      <a:pt x="2454" y="16900"/>
                    </a:lnTo>
                    <a:lnTo>
                      <a:pt x="2765" y="17309"/>
                    </a:lnTo>
                    <a:lnTo>
                      <a:pt x="3077" y="17737"/>
                    </a:lnTo>
                    <a:lnTo>
                      <a:pt x="3369" y="18165"/>
                    </a:lnTo>
                    <a:lnTo>
                      <a:pt x="3661" y="18594"/>
                    </a:lnTo>
                    <a:lnTo>
                      <a:pt x="3933" y="19041"/>
                    </a:lnTo>
                    <a:lnTo>
                      <a:pt x="4186" y="19489"/>
                    </a:lnTo>
                    <a:lnTo>
                      <a:pt x="4459" y="19956"/>
                    </a:lnTo>
                    <a:lnTo>
                      <a:pt x="4693" y="20404"/>
                    </a:lnTo>
                    <a:lnTo>
                      <a:pt x="4946" y="20891"/>
                    </a:lnTo>
                    <a:lnTo>
                      <a:pt x="5160" y="21358"/>
                    </a:lnTo>
                    <a:lnTo>
                      <a:pt x="5140" y="23792"/>
                    </a:lnTo>
                    <a:lnTo>
                      <a:pt x="5140" y="26206"/>
                    </a:lnTo>
                    <a:lnTo>
                      <a:pt x="5160" y="28640"/>
                    </a:lnTo>
                    <a:lnTo>
                      <a:pt x="5218" y="31054"/>
                    </a:lnTo>
                    <a:lnTo>
                      <a:pt x="5277" y="33468"/>
                    </a:lnTo>
                    <a:lnTo>
                      <a:pt x="5374" y="35902"/>
                    </a:lnTo>
                    <a:lnTo>
                      <a:pt x="5491" y="38316"/>
                    </a:lnTo>
                    <a:lnTo>
                      <a:pt x="5627" y="40730"/>
                    </a:lnTo>
                    <a:lnTo>
                      <a:pt x="5802" y="43145"/>
                    </a:lnTo>
                    <a:lnTo>
                      <a:pt x="6016" y="45559"/>
                    </a:lnTo>
                    <a:lnTo>
                      <a:pt x="6250" y="47973"/>
                    </a:lnTo>
                    <a:lnTo>
                      <a:pt x="6542" y="50387"/>
                    </a:lnTo>
                    <a:lnTo>
                      <a:pt x="6854" y="52782"/>
                    </a:lnTo>
                    <a:lnTo>
                      <a:pt x="7204" y="55196"/>
                    </a:lnTo>
                    <a:lnTo>
                      <a:pt x="7594" y="57610"/>
                    </a:lnTo>
                    <a:lnTo>
                      <a:pt x="8041" y="60005"/>
                    </a:lnTo>
                    <a:lnTo>
                      <a:pt x="8061" y="60141"/>
                    </a:lnTo>
                    <a:lnTo>
                      <a:pt x="8119" y="60278"/>
                    </a:lnTo>
                    <a:lnTo>
                      <a:pt x="8178" y="60394"/>
                    </a:lnTo>
                    <a:lnTo>
                      <a:pt x="8236" y="60492"/>
                    </a:lnTo>
                    <a:lnTo>
                      <a:pt x="8314" y="60589"/>
                    </a:lnTo>
                    <a:lnTo>
                      <a:pt x="8392" y="60667"/>
                    </a:lnTo>
                    <a:lnTo>
                      <a:pt x="8489" y="60745"/>
                    </a:lnTo>
                    <a:lnTo>
                      <a:pt x="8586" y="60803"/>
                    </a:lnTo>
                    <a:lnTo>
                      <a:pt x="8781" y="60901"/>
                    </a:lnTo>
                    <a:lnTo>
                      <a:pt x="8995" y="60940"/>
                    </a:lnTo>
                    <a:lnTo>
                      <a:pt x="9229" y="60959"/>
                    </a:lnTo>
                    <a:lnTo>
                      <a:pt x="9463" y="60920"/>
                    </a:lnTo>
                    <a:lnTo>
                      <a:pt x="9677" y="60862"/>
                    </a:lnTo>
                    <a:lnTo>
                      <a:pt x="9891" y="60764"/>
                    </a:lnTo>
                    <a:lnTo>
                      <a:pt x="10066" y="60628"/>
                    </a:lnTo>
                    <a:lnTo>
                      <a:pt x="10222" y="60472"/>
                    </a:lnTo>
                    <a:lnTo>
                      <a:pt x="10300" y="60375"/>
                    </a:lnTo>
                    <a:lnTo>
                      <a:pt x="10358" y="60278"/>
                    </a:lnTo>
                    <a:lnTo>
                      <a:pt x="10397" y="60161"/>
                    </a:lnTo>
                    <a:lnTo>
                      <a:pt x="10436" y="60044"/>
                    </a:lnTo>
                    <a:lnTo>
                      <a:pt x="10456" y="59927"/>
                    </a:lnTo>
                    <a:lnTo>
                      <a:pt x="10456" y="59791"/>
                    </a:lnTo>
                    <a:lnTo>
                      <a:pt x="10456" y="59655"/>
                    </a:lnTo>
                    <a:lnTo>
                      <a:pt x="10436" y="59518"/>
                    </a:lnTo>
                    <a:lnTo>
                      <a:pt x="9988" y="57085"/>
                    </a:lnTo>
                    <a:lnTo>
                      <a:pt x="9599" y="54632"/>
                    </a:lnTo>
                    <a:lnTo>
                      <a:pt x="9248" y="52178"/>
                    </a:lnTo>
                    <a:lnTo>
                      <a:pt x="8917" y="49725"/>
                    </a:lnTo>
                    <a:lnTo>
                      <a:pt x="8645" y="47272"/>
                    </a:lnTo>
                    <a:lnTo>
                      <a:pt x="8411" y="44819"/>
                    </a:lnTo>
                    <a:lnTo>
                      <a:pt x="8197" y="42366"/>
                    </a:lnTo>
                    <a:lnTo>
                      <a:pt x="8022" y="39913"/>
                    </a:lnTo>
                    <a:lnTo>
                      <a:pt x="8509" y="39036"/>
                    </a:lnTo>
                    <a:lnTo>
                      <a:pt x="8976" y="38180"/>
                    </a:lnTo>
                    <a:lnTo>
                      <a:pt x="9482" y="37304"/>
                    </a:lnTo>
                    <a:lnTo>
                      <a:pt x="9988" y="36467"/>
                    </a:lnTo>
                    <a:lnTo>
                      <a:pt x="10514" y="35629"/>
                    </a:lnTo>
                    <a:lnTo>
                      <a:pt x="11059" y="34792"/>
                    </a:lnTo>
                    <a:lnTo>
                      <a:pt x="11604" y="33974"/>
                    </a:lnTo>
                    <a:lnTo>
                      <a:pt x="12188" y="33157"/>
                    </a:lnTo>
                    <a:lnTo>
                      <a:pt x="12772" y="32358"/>
                    </a:lnTo>
                    <a:lnTo>
                      <a:pt x="13356" y="31560"/>
                    </a:lnTo>
                    <a:lnTo>
                      <a:pt x="13979" y="30781"/>
                    </a:lnTo>
                    <a:lnTo>
                      <a:pt x="14602" y="30022"/>
                    </a:lnTo>
                    <a:lnTo>
                      <a:pt x="15245" y="29263"/>
                    </a:lnTo>
                    <a:lnTo>
                      <a:pt x="15887" y="28523"/>
                    </a:lnTo>
                    <a:lnTo>
                      <a:pt x="16569" y="27783"/>
                    </a:lnTo>
                    <a:lnTo>
                      <a:pt x="17250" y="27063"/>
                    </a:lnTo>
                    <a:lnTo>
                      <a:pt x="17348" y="26946"/>
                    </a:lnTo>
                    <a:lnTo>
                      <a:pt x="17426" y="26829"/>
                    </a:lnTo>
                    <a:lnTo>
                      <a:pt x="17484" y="26712"/>
                    </a:lnTo>
                    <a:lnTo>
                      <a:pt x="17542" y="26595"/>
                    </a:lnTo>
                    <a:lnTo>
                      <a:pt x="17581" y="26479"/>
                    </a:lnTo>
                    <a:lnTo>
                      <a:pt x="17601" y="26362"/>
                    </a:lnTo>
                    <a:lnTo>
                      <a:pt x="17601" y="26245"/>
                    </a:lnTo>
                    <a:lnTo>
                      <a:pt x="17620" y="26128"/>
                    </a:lnTo>
                    <a:lnTo>
                      <a:pt x="17581" y="25895"/>
                    </a:lnTo>
                    <a:lnTo>
                      <a:pt x="17503" y="25680"/>
                    </a:lnTo>
                    <a:lnTo>
                      <a:pt x="17406" y="25466"/>
                    </a:lnTo>
                    <a:lnTo>
                      <a:pt x="17270" y="25272"/>
                    </a:lnTo>
                    <a:lnTo>
                      <a:pt x="17095" y="25116"/>
                    </a:lnTo>
                    <a:lnTo>
                      <a:pt x="16919" y="24999"/>
                    </a:lnTo>
                    <a:lnTo>
                      <a:pt x="16725" y="24902"/>
                    </a:lnTo>
                    <a:lnTo>
                      <a:pt x="16608" y="24882"/>
                    </a:lnTo>
                    <a:lnTo>
                      <a:pt x="16511" y="24863"/>
                    </a:lnTo>
                    <a:lnTo>
                      <a:pt x="16394" y="24843"/>
                    </a:lnTo>
                    <a:lnTo>
                      <a:pt x="16296" y="24863"/>
                    </a:lnTo>
                    <a:lnTo>
                      <a:pt x="16180" y="24882"/>
                    </a:lnTo>
                    <a:lnTo>
                      <a:pt x="16063" y="24902"/>
                    </a:lnTo>
                    <a:lnTo>
                      <a:pt x="15965" y="24960"/>
                    </a:lnTo>
                    <a:lnTo>
                      <a:pt x="15849" y="25018"/>
                    </a:lnTo>
                    <a:lnTo>
                      <a:pt x="15751" y="25116"/>
                    </a:lnTo>
                    <a:lnTo>
                      <a:pt x="15634" y="25213"/>
                    </a:lnTo>
                    <a:lnTo>
                      <a:pt x="14544" y="26381"/>
                    </a:lnTo>
                    <a:lnTo>
                      <a:pt x="13473" y="27588"/>
                    </a:lnTo>
                    <a:lnTo>
                      <a:pt x="12441" y="28815"/>
                    </a:lnTo>
                    <a:lnTo>
                      <a:pt x="11429" y="30081"/>
                    </a:lnTo>
                    <a:lnTo>
                      <a:pt x="10475" y="31365"/>
                    </a:lnTo>
                    <a:lnTo>
                      <a:pt x="9540" y="32670"/>
                    </a:lnTo>
                    <a:lnTo>
                      <a:pt x="8645" y="34013"/>
                    </a:lnTo>
                    <a:lnTo>
                      <a:pt x="7788" y="35376"/>
                    </a:lnTo>
                    <a:lnTo>
                      <a:pt x="7710" y="33235"/>
                    </a:lnTo>
                    <a:lnTo>
                      <a:pt x="7652" y="31112"/>
                    </a:lnTo>
                    <a:lnTo>
                      <a:pt x="7613" y="28990"/>
                    </a:lnTo>
                    <a:lnTo>
                      <a:pt x="7594" y="26868"/>
                    </a:lnTo>
                    <a:lnTo>
                      <a:pt x="7594" y="24726"/>
                    </a:lnTo>
                    <a:lnTo>
                      <a:pt x="7613" y="22604"/>
                    </a:lnTo>
                    <a:lnTo>
                      <a:pt x="7632" y="20463"/>
                    </a:lnTo>
                    <a:lnTo>
                      <a:pt x="7671" y="18340"/>
                    </a:lnTo>
                    <a:lnTo>
                      <a:pt x="7769" y="14077"/>
                    </a:lnTo>
                    <a:lnTo>
                      <a:pt x="7924" y="9813"/>
                    </a:lnTo>
                    <a:lnTo>
                      <a:pt x="8100" y="5529"/>
                    </a:lnTo>
                    <a:lnTo>
                      <a:pt x="8294" y="1266"/>
                    </a:lnTo>
                    <a:lnTo>
                      <a:pt x="8294" y="1129"/>
                    </a:lnTo>
                    <a:lnTo>
                      <a:pt x="8275" y="993"/>
                    </a:lnTo>
                    <a:lnTo>
                      <a:pt x="8255" y="857"/>
                    </a:lnTo>
                    <a:lnTo>
                      <a:pt x="8217" y="740"/>
                    </a:lnTo>
                    <a:lnTo>
                      <a:pt x="8158" y="623"/>
                    </a:lnTo>
                    <a:lnTo>
                      <a:pt x="8100" y="526"/>
                    </a:lnTo>
                    <a:lnTo>
                      <a:pt x="8022" y="428"/>
                    </a:lnTo>
                    <a:lnTo>
                      <a:pt x="7944" y="351"/>
                    </a:lnTo>
                    <a:lnTo>
                      <a:pt x="7769" y="214"/>
                    </a:lnTo>
                    <a:lnTo>
                      <a:pt x="7574" y="98"/>
                    </a:lnTo>
                    <a:lnTo>
                      <a:pt x="7360" y="39"/>
                    </a:lnTo>
                    <a:lnTo>
                      <a:pt x="7126" y="0"/>
                    </a:lnTo>
                    <a:close/>
                  </a:path>
                </a:pathLst>
              </a:custGeom>
              <a:solidFill>
                <a:srgbClr val="936C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7211" name="Google Shape;7211;p32"/>
          <p:cNvSpPr/>
          <p:nvPr/>
        </p:nvSpPr>
        <p:spPr>
          <a:xfrm rot="10800000">
            <a:off x="6318251" y="-54113"/>
            <a:ext cx="3454303" cy="1655352"/>
          </a:xfrm>
          <a:custGeom>
            <a:avLst/>
            <a:gdLst/>
            <a:ahLst/>
            <a:cxnLst/>
            <a:rect l="l" t="t" r="r" b="b"/>
            <a:pathLst>
              <a:path w="84265" h="40381" extrusionOk="0">
                <a:moveTo>
                  <a:pt x="80585" y="1"/>
                </a:moveTo>
                <a:lnTo>
                  <a:pt x="80137" y="40"/>
                </a:lnTo>
                <a:lnTo>
                  <a:pt x="79689" y="98"/>
                </a:lnTo>
                <a:lnTo>
                  <a:pt x="79261" y="196"/>
                </a:lnTo>
                <a:lnTo>
                  <a:pt x="78832" y="312"/>
                </a:lnTo>
                <a:lnTo>
                  <a:pt x="78404" y="449"/>
                </a:lnTo>
                <a:lnTo>
                  <a:pt x="77995" y="605"/>
                </a:lnTo>
                <a:lnTo>
                  <a:pt x="77586" y="799"/>
                </a:lnTo>
                <a:lnTo>
                  <a:pt x="77197" y="1013"/>
                </a:lnTo>
                <a:lnTo>
                  <a:pt x="76827" y="1266"/>
                </a:lnTo>
                <a:lnTo>
                  <a:pt x="76457" y="1520"/>
                </a:lnTo>
                <a:lnTo>
                  <a:pt x="76126" y="1812"/>
                </a:lnTo>
                <a:lnTo>
                  <a:pt x="75815" y="2123"/>
                </a:lnTo>
                <a:lnTo>
                  <a:pt x="75523" y="2454"/>
                </a:lnTo>
                <a:lnTo>
                  <a:pt x="75231" y="2785"/>
                </a:lnTo>
                <a:lnTo>
                  <a:pt x="74977" y="3155"/>
                </a:lnTo>
                <a:lnTo>
                  <a:pt x="74763" y="3525"/>
                </a:lnTo>
                <a:lnTo>
                  <a:pt x="74549" y="3914"/>
                </a:lnTo>
                <a:lnTo>
                  <a:pt x="74354" y="4323"/>
                </a:lnTo>
                <a:lnTo>
                  <a:pt x="74199" y="4732"/>
                </a:lnTo>
                <a:lnTo>
                  <a:pt x="74062" y="5141"/>
                </a:lnTo>
                <a:lnTo>
                  <a:pt x="73946" y="5569"/>
                </a:lnTo>
                <a:lnTo>
                  <a:pt x="73868" y="6017"/>
                </a:lnTo>
                <a:lnTo>
                  <a:pt x="73809" y="6445"/>
                </a:lnTo>
                <a:lnTo>
                  <a:pt x="73770" y="6893"/>
                </a:lnTo>
                <a:lnTo>
                  <a:pt x="73673" y="6465"/>
                </a:lnTo>
                <a:lnTo>
                  <a:pt x="73556" y="6056"/>
                </a:lnTo>
                <a:lnTo>
                  <a:pt x="73381" y="5667"/>
                </a:lnTo>
                <a:lnTo>
                  <a:pt x="73167" y="5297"/>
                </a:lnTo>
                <a:lnTo>
                  <a:pt x="72933" y="4927"/>
                </a:lnTo>
                <a:lnTo>
                  <a:pt x="72661" y="4596"/>
                </a:lnTo>
                <a:lnTo>
                  <a:pt x="72369" y="4284"/>
                </a:lnTo>
                <a:lnTo>
                  <a:pt x="72038" y="3992"/>
                </a:lnTo>
                <a:lnTo>
                  <a:pt x="71707" y="3720"/>
                </a:lnTo>
                <a:lnTo>
                  <a:pt x="71337" y="3486"/>
                </a:lnTo>
                <a:lnTo>
                  <a:pt x="70947" y="3272"/>
                </a:lnTo>
                <a:lnTo>
                  <a:pt x="70558" y="3097"/>
                </a:lnTo>
                <a:lnTo>
                  <a:pt x="70149" y="2960"/>
                </a:lnTo>
                <a:lnTo>
                  <a:pt x="69721" y="2863"/>
                </a:lnTo>
                <a:lnTo>
                  <a:pt x="69292" y="2785"/>
                </a:lnTo>
                <a:lnTo>
                  <a:pt x="68864" y="2746"/>
                </a:lnTo>
                <a:lnTo>
                  <a:pt x="68436" y="2766"/>
                </a:lnTo>
                <a:lnTo>
                  <a:pt x="68007" y="2805"/>
                </a:lnTo>
                <a:lnTo>
                  <a:pt x="67579" y="2882"/>
                </a:lnTo>
                <a:lnTo>
                  <a:pt x="67151" y="2980"/>
                </a:lnTo>
                <a:lnTo>
                  <a:pt x="66742" y="3136"/>
                </a:lnTo>
                <a:lnTo>
                  <a:pt x="66353" y="3311"/>
                </a:lnTo>
                <a:lnTo>
                  <a:pt x="65963" y="3505"/>
                </a:lnTo>
                <a:lnTo>
                  <a:pt x="65593" y="3739"/>
                </a:lnTo>
                <a:lnTo>
                  <a:pt x="65243" y="3992"/>
                </a:lnTo>
                <a:lnTo>
                  <a:pt x="64912" y="4265"/>
                </a:lnTo>
                <a:lnTo>
                  <a:pt x="64600" y="4557"/>
                </a:lnTo>
                <a:lnTo>
                  <a:pt x="64308" y="4888"/>
                </a:lnTo>
                <a:lnTo>
                  <a:pt x="64036" y="5238"/>
                </a:lnTo>
                <a:lnTo>
                  <a:pt x="63783" y="5589"/>
                </a:lnTo>
                <a:lnTo>
                  <a:pt x="63568" y="5959"/>
                </a:lnTo>
                <a:lnTo>
                  <a:pt x="63374" y="6368"/>
                </a:lnTo>
                <a:lnTo>
                  <a:pt x="63218" y="6757"/>
                </a:lnTo>
                <a:lnTo>
                  <a:pt x="63082" y="7166"/>
                </a:lnTo>
                <a:lnTo>
                  <a:pt x="62984" y="7594"/>
                </a:lnTo>
                <a:lnTo>
                  <a:pt x="62906" y="8022"/>
                </a:lnTo>
                <a:lnTo>
                  <a:pt x="62867" y="8451"/>
                </a:lnTo>
                <a:lnTo>
                  <a:pt x="62848" y="8879"/>
                </a:lnTo>
                <a:lnTo>
                  <a:pt x="62848" y="9327"/>
                </a:lnTo>
                <a:lnTo>
                  <a:pt x="62887" y="9755"/>
                </a:lnTo>
                <a:lnTo>
                  <a:pt x="62945" y="10184"/>
                </a:lnTo>
                <a:lnTo>
                  <a:pt x="63043" y="10612"/>
                </a:lnTo>
                <a:lnTo>
                  <a:pt x="63140" y="11040"/>
                </a:lnTo>
                <a:lnTo>
                  <a:pt x="63276" y="11449"/>
                </a:lnTo>
                <a:lnTo>
                  <a:pt x="63432" y="11858"/>
                </a:lnTo>
                <a:lnTo>
                  <a:pt x="63627" y="12247"/>
                </a:lnTo>
                <a:lnTo>
                  <a:pt x="63821" y="12637"/>
                </a:lnTo>
                <a:lnTo>
                  <a:pt x="64055" y="13007"/>
                </a:lnTo>
                <a:lnTo>
                  <a:pt x="64055" y="13007"/>
                </a:lnTo>
                <a:lnTo>
                  <a:pt x="63880" y="12851"/>
                </a:lnTo>
                <a:lnTo>
                  <a:pt x="63666" y="12734"/>
                </a:lnTo>
                <a:lnTo>
                  <a:pt x="63471" y="12637"/>
                </a:lnTo>
                <a:lnTo>
                  <a:pt x="63257" y="12578"/>
                </a:lnTo>
                <a:lnTo>
                  <a:pt x="63023" y="12520"/>
                </a:lnTo>
                <a:lnTo>
                  <a:pt x="62809" y="12500"/>
                </a:lnTo>
                <a:lnTo>
                  <a:pt x="62575" y="12500"/>
                </a:lnTo>
                <a:lnTo>
                  <a:pt x="62342" y="12539"/>
                </a:lnTo>
                <a:lnTo>
                  <a:pt x="62128" y="12578"/>
                </a:lnTo>
                <a:lnTo>
                  <a:pt x="61913" y="12656"/>
                </a:lnTo>
                <a:lnTo>
                  <a:pt x="61699" y="12753"/>
                </a:lnTo>
                <a:lnTo>
                  <a:pt x="61505" y="12870"/>
                </a:lnTo>
                <a:lnTo>
                  <a:pt x="61310" y="13007"/>
                </a:lnTo>
                <a:lnTo>
                  <a:pt x="61154" y="13162"/>
                </a:lnTo>
                <a:lnTo>
                  <a:pt x="60998" y="13338"/>
                </a:lnTo>
                <a:lnTo>
                  <a:pt x="60862" y="13532"/>
                </a:lnTo>
                <a:lnTo>
                  <a:pt x="60745" y="13299"/>
                </a:lnTo>
                <a:lnTo>
                  <a:pt x="60609" y="13084"/>
                </a:lnTo>
                <a:lnTo>
                  <a:pt x="60453" y="12870"/>
                </a:lnTo>
                <a:lnTo>
                  <a:pt x="60298" y="12676"/>
                </a:lnTo>
                <a:lnTo>
                  <a:pt x="60103" y="12500"/>
                </a:lnTo>
                <a:lnTo>
                  <a:pt x="59908" y="12345"/>
                </a:lnTo>
                <a:lnTo>
                  <a:pt x="59713" y="12189"/>
                </a:lnTo>
                <a:lnTo>
                  <a:pt x="59499" y="12053"/>
                </a:lnTo>
                <a:lnTo>
                  <a:pt x="59266" y="11916"/>
                </a:lnTo>
                <a:lnTo>
                  <a:pt x="59032" y="11819"/>
                </a:lnTo>
                <a:lnTo>
                  <a:pt x="58798" y="11741"/>
                </a:lnTo>
                <a:lnTo>
                  <a:pt x="58545" y="11663"/>
                </a:lnTo>
                <a:lnTo>
                  <a:pt x="58292" y="11605"/>
                </a:lnTo>
                <a:lnTo>
                  <a:pt x="58039" y="11585"/>
                </a:lnTo>
                <a:lnTo>
                  <a:pt x="57786" y="11566"/>
                </a:lnTo>
                <a:lnTo>
                  <a:pt x="57533" y="11585"/>
                </a:lnTo>
                <a:lnTo>
                  <a:pt x="57280" y="11605"/>
                </a:lnTo>
                <a:lnTo>
                  <a:pt x="57027" y="11663"/>
                </a:lnTo>
                <a:lnTo>
                  <a:pt x="56793" y="11722"/>
                </a:lnTo>
                <a:lnTo>
                  <a:pt x="56559" y="11819"/>
                </a:lnTo>
                <a:lnTo>
                  <a:pt x="56345" y="11916"/>
                </a:lnTo>
                <a:lnTo>
                  <a:pt x="56131" y="12033"/>
                </a:lnTo>
                <a:lnTo>
                  <a:pt x="55917" y="12169"/>
                </a:lnTo>
                <a:lnTo>
                  <a:pt x="55722" y="12325"/>
                </a:lnTo>
                <a:lnTo>
                  <a:pt x="55547" y="12481"/>
                </a:lnTo>
                <a:lnTo>
                  <a:pt x="55372" y="12676"/>
                </a:lnTo>
                <a:lnTo>
                  <a:pt x="55216" y="12851"/>
                </a:lnTo>
                <a:lnTo>
                  <a:pt x="55080" y="13065"/>
                </a:lnTo>
                <a:lnTo>
                  <a:pt x="54963" y="13279"/>
                </a:lnTo>
                <a:lnTo>
                  <a:pt x="54846" y="13493"/>
                </a:lnTo>
                <a:lnTo>
                  <a:pt x="54749" y="13727"/>
                </a:lnTo>
                <a:lnTo>
                  <a:pt x="54671" y="13980"/>
                </a:lnTo>
                <a:lnTo>
                  <a:pt x="54437" y="13727"/>
                </a:lnTo>
                <a:lnTo>
                  <a:pt x="54204" y="13474"/>
                </a:lnTo>
                <a:lnTo>
                  <a:pt x="53950" y="13260"/>
                </a:lnTo>
                <a:lnTo>
                  <a:pt x="53678" y="13026"/>
                </a:lnTo>
                <a:lnTo>
                  <a:pt x="53425" y="12812"/>
                </a:lnTo>
                <a:lnTo>
                  <a:pt x="53133" y="12617"/>
                </a:lnTo>
                <a:lnTo>
                  <a:pt x="52860" y="12423"/>
                </a:lnTo>
                <a:lnTo>
                  <a:pt x="52568" y="12247"/>
                </a:lnTo>
                <a:lnTo>
                  <a:pt x="52257" y="12092"/>
                </a:lnTo>
                <a:lnTo>
                  <a:pt x="51965" y="11936"/>
                </a:lnTo>
                <a:lnTo>
                  <a:pt x="51653" y="11780"/>
                </a:lnTo>
                <a:lnTo>
                  <a:pt x="51342" y="11663"/>
                </a:lnTo>
                <a:lnTo>
                  <a:pt x="51011" y="11527"/>
                </a:lnTo>
                <a:lnTo>
                  <a:pt x="50699" y="11430"/>
                </a:lnTo>
                <a:lnTo>
                  <a:pt x="50368" y="11332"/>
                </a:lnTo>
                <a:lnTo>
                  <a:pt x="50037" y="11235"/>
                </a:lnTo>
                <a:lnTo>
                  <a:pt x="49706" y="11176"/>
                </a:lnTo>
                <a:lnTo>
                  <a:pt x="49356" y="11118"/>
                </a:lnTo>
                <a:lnTo>
                  <a:pt x="49025" y="11060"/>
                </a:lnTo>
                <a:lnTo>
                  <a:pt x="48674" y="11021"/>
                </a:lnTo>
                <a:lnTo>
                  <a:pt x="48343" y="11001"/>
                </a:lnTo>
                <a:lnTo>
                  <a:pt x="47993" y="10982"/>
                </a:lnTo>
                <a:lnTo>
                  <a:pt x="47662" y="10982"/>
                </a:lnTo>
                <a:lnTo>
                  <a:pt x="47311" y="11001"/>
                </a:lnTo>
                <a:lnTo>
                  <a:pt x="46980" y="11040"/>
                </a:lnTo>
                <a:lnTo>
                  <a:pt x="46630" y="11079"/>
                </a:lnTo>
                <a:lnTo>
                  <a:pt x="46299" y="11118"/>
                </a:lnTo>
                <a:lnTo>
                  <a:pt x="45968" y="11196"/>
                </a:lnTo>
                <a:lnTo>
                  <a:pt x="45637" y="11274"/>
                </a:lnTo>
                <a:lnTo>
                  <a:pt x="45306" y="11371"/>
                </a:lnTo>
                <a:lnTo>
                  <a:pt x="44975" y="11469"/>
                </a:lnTo>
                <a:lnTo>
                  <a:pt x="44664" y="11605"/>
                </a:lnTo>
                <a:lnTo>
                  <a:pt x="44352" y="11741"/>
                </a:lnTo>
                <a:lnTo>
                  <a:pt x="44041" y="11877"/>
                </a:lnTo>
                <a:lnTo>
                  <a:pt x="43729" y="12053"/>
                </a:lnTo>
                <a:lnTo>
                  <a:pt x="43437" y="12208"/>
                </a:lnTo>
                <a:lnTo>
                  <a:pt x="43145" y="12403"/>
                </a:lnTo>
                <a:lnTo>
                  <a:pt x="42872" y="12598"/>
                </a:lnTo>
                <a:lnTo>
                  <a:pt x="42600" y="12812"/>
                </a:lnTo>
                <a:lnTo>
                  <a:pt x="42327" y="13026"/>
                </a:lnTo>
                <a:lnTo>
                  <a:pt x="42074" y="13260"/>
                </a:lnTo>
                <a:lnTo>
                  <a:pt x="41821" y="13493"/>
                </a:lnTo>
                <a:lnTo>
                  <a:pt x="41568" y="13727"/>
                </a:lnTo>
                <a:lnTo>
                  <a:pt x="41334" y="13980"/>
                </a:lnTo>
                <a:lnTo>
                  <a:pt x="41120" y="14253"/>
                </a:lnTo>
                <a:lnTo>
                  <a:pt x="40906" y="14525"/>
                </a:lnTo>
                <a:lnTo>
                  <a:pt x="40692" y="14798"/>
                </a:lnTo>
                <a:lnTo>
                  <a:pt x="40497" y="15090"/>
                </a:lnTo>
                <a:lnTo>
                  <a:pt x="40322" y="15382"/>
                </a:lnTo>
                <a:lnTo>
                  <a:pt x="40147" y="15674"/>
                </a:lnTo>
                <a:lnTo>
                  <a:pt x="39971" y="15985"/>
                </a:lnTo>
                <a:lnTo>
                  <a:pt x="39835" y="16297"/>
                </a:lnTo>
                <a:lnTo>
                  <a:pt x="39679" y="16608"/>
                </a:lnTo>
                <a:lnTo>
                  <a:pt x="39563" y="16939"/>
                </a:lnTo>
                <a:lnTo>
                  <a:pt x="39446" y="17251"/>
                </a:lnTo>
                <a:lnTo>
                  <a:pt x="39348" y="17582"/>
                </a:lnTo>
                <a:lnTo>
                  <a:pt x="39251" y="17913"/>
                </a:lnTo>
                <a:lnTo>
                  <a:pt x="39173" y="18244"/>
                </a:lnTo>
                <a:lnTo>
                  <a:pt x="39115" y="18594"/>
                </a:lnTo>
                <a:lnTo>
                  <a:pt x="39056" y="18925"/>
                </a:lnTo>
                <a:lnTo>
                  <a:pt x="39037" y="19276"/>
                </a:lnTo>
                <a:lnTo>
                  <a:pt x="39017" y="19607"/>
                </a:lnTo>
                <a:lnTo>
                  <a:pt x="38998" y="19957"/>
                </a:lnTo>
                <a:lnTo>
                  <a:pt x="39017" y="20288"/>
                </a:lnTo>
                <a:lnTo>
                  <a:pt x="38862" y="20171"/>
                </a:lnTo>
                <a:lnTo>
                  <a:pt x="38706" y="20055"/>
                </a:lnTo>
                <a:lnTo>
                  <a:pt x="38550" y="19957"/>
                </a:lnTo>
                <a:lnTo>
                  <a:pt x="38394" y="19860"/>
                </a:lnTo>
                <a:lnTo>
                  <a:pt x="38044" y="19704"/>
                </a:lnTo>
                <a:lnTo>
                  <a:pt x="37674" y="19587"/>
                </a:lnTo>
                <a:lnTo>
                  <a:pt x="37304" y="19529"/>
                </a:lnTo>
                <a:lnTo>
                  <a:pt x="36934" y="19490"/>
                </a:lnTo>
                <a:lnTo>
                  <a:pt x="36740" y="19509"/>
                </a:lnTo>
                <a:lnTo>
                  <a:pt x="36564" y="19509"/>
                </a:lnTo>
                <a:lnTo>
                  <a:pt x="36370" y="19548"/>
                </a:lnTo>
                <a:lnTo>
                  <a:pt x="36175" y="19587"/>
                </a:lnTo>
                <a:lnTo>
                  <a:pt x="35805" y="19704"/>
                </a:lnTo>
                <a:lnTo>
                  <a:pt x="35455" y="19840"/>
                </a:lnTo>
                <a:lnTo>
                  <a:pt x="35104" y="20035"/>
                </a:lnTo>
                <a:lnTo>
                  <a:pt x="34773" y="20269"/>
                </a:lnTo>
                <a:lnTo>
                  <a:pt x="34462" y="20522"/>
                </a:lnTo>
                <a:lnTo>
                  <a:pt x="34325" y="20678"/>
                </a:lnTo>
                <a:lnTo>
                  <a:pt x="34208" y="20814"/>
                </a:lnTo>
                <a:lnTo>
                  <a:pt x="34092" y="20970"/>
                </a:lnTo>
                <a:lnTo>
                  <a:pt x="33994" y="21145"/>
                </a:lnTo>
                <a:lnTo>
                  <a:pt x="33897" y="21301"/>
                </a:lnTo>
                <a:lnTo>
                  <a:pt x="33839" y="21476"/>
                </a:lnTo>
                <a:lnTo>
                  <a:pt x="33566" y="20970"/>
                </a:lnTo>
                <a:lnTo>
                  <a:pt x="33293" y="20483"/>
                </a:lnTo>
                <a:lnTo>
                  <a:pt x="32982" y="19996"/>
                </a:lnTo>
                <a:lnTo>
                  <a:pt x="32651" y="19529"/>
                </a:lnTo>
                <a:lnTo>
                  <a:pt x="32300" y="19081"/>
                </a:lnTo>
                <a:lnTo>
                  <a:pt x="31911" y="18653"/>
                </a:lnTo>
                <a:lnTo>
                  <a:pt x="31522" y="18244"/>
                </a:lnTo>
                <a:lnTo>
                  <a:pt x="31093" y="17854"/>
                </a:lnTo>
                <a:lnTo>
                  <a:pt x="30665" y="17504"/>
                </a:lnTo>
                <a:lnTo>
                  <a:pt x="30198" y="17154"/>
                </a:lnTo>
                <a:lnTo>
                  <a:pt x="29731" y="16823"/>
                </a:lnTo>
                <a:lnTo>
                  <a:pt x="29244" y="16531"/>
                </a:lnTo>
                <a:lnTo>
                  <a:pt x="28738" y="16258"/>
                </a:lnTo>
                <a:lnTo>
                  <a:pt x="28231" y="16024"/>
                </a:lnTo>
                <a:lnTo>
                  <a:pt x="27686" y="15791"/>
                </a:lnTo>
                <a:lnTo>
                  <a:pt x="27161" y="15616"/>
                </a:lnTo>
                <a:lnTo>
                  <a:pt x="26576" y="15440"/>
                </a:lnTo>
                <a:lnTo>
                  <a:pt x="25973" y="15304"/>
                </a:lnTo>
                <a:lnTo>
                  <a:pt x="25389" y="15207"/>
                </a:lnTo>
                <a:lnTo>
                  <a:pt x="24785" y="15148"/>
                </a:lnTo>
                <a:lnTo>
                  <a:pt x="23870" y="15148"/>
                </a:lnTo>
                <a:lnTo>
                  <a:pt x="23578" y="15168"/>
                </a:lnTo>
                <a:lnTo>
                  <a:pt x="23286" y="15207"/>
                </a:lnTo>
                <a:lnTo>
                  <a:pt x="22975" y="15265"/>
                </a:lnTo>
                <a:lnTo>
                  <a:pt x="22683" y="15323"/>
                </a:lnTo>
                <a:lnTo>
                  <a:pt x="22391" y="15401"/>
                </a:lnTo>
                <a:lnTo>
                  <a:pt x="22118" y="15479"/>
                </a:lnTo>
                <a:lnTo>
                  <a:pt x="21865" y="15577"/>
                </a:lnTo>
                <a:lnTo>
                  <a:pt x="21592" y="15693"/>
                </a:lnTo>
                <a:lnTo>
                  <a:pt x="21339" y="15810"/>
                </a:lnTo>
                <a:lnTo>
                  <a:pt x="21086" y="15946"/>
                </a:lnTo>
                <a:lnTo>
                  <a:pt x="20852" y="16083"/>
                </a:lnTo>
                <a:lnTo>
                  <a:pt x="20385" y="16394"/>
                </a:lnTo>
                <a:lnTo>
                  <a:pt x="19937" y="16745"/>
                </a:lnTo>
                <a:lnTo>
                  <a:pt x="19529" y="17134"/>
                </a:lnTo>
                <a:lnTo>
                  <a:pt x="19139" y="17543"/>
                </a:lnTo>
                <a:lnTo>
                  <a:pt x="18789" y="17991"/>
                </a:lnTo>
                <a:lnTo>
                  <a:pt x="18458" y="18458"/>
                </a:lnTo>
                <a:lnTo>
                  <a:pt x="18166" y="18945"/>
                </a:lnTo>
                <a:lnTo>
                  <a:pt x="17913" y="19451"/>
                </a:lnTo>
                <a:lnTo>
                  <a:pt x="17679" y="19977"/>
                </a:lnTo>
                <a:lnTo>
                  <a:pt x="17504" y="20522"/>
                </a:lnTo>
                <a:lnTo>
                  <a:pt x="17348" y="21086"/>
                </a:lnTo>
                <a:lnTo>
                  <a:pt x="17231" y="21632"/>
                </a:lnTo>
                <a:lnTo>
                  <a:pt x="17153" y="22196"/>
                </a:lnTo>
                <a:lnTo>
                  <a:pt x="17114" y="22780"/>
                </a:lnTo>
                <a:lnTo>
                  <a:pt x="17095" y="23345"/>
                </a:lnTo>
                <a:lnTo>
                  <a:pt x="17134" y="23910"/>
                </a:lnTo>
                <a:lnTo>
                  <a:pt x="17192" y="24474"/>
                </a:lnTo>
                <a:lnTo>
                  <a:pt x="17270" y="25019"/>
                </a:lnTo>
                <a:lnTo>
                  <a:pt x="17387" y="25584"/>
                </a:lnTo>
                <a:lnTo>
                  <a:pt x="17523" y="26129"/>
                </a:lnTo>
                <a:lnTo>
                  <a:pt x="17679" y="26674"/>
                </a:lnTo>
                <a:lnTo>
                  <a:pt x="17874" y="27200"/>
                </a:lnTo>
                <a:lnTo>
                  <a:pt x="18088" y="27745"/>
                </a:lnTo>
                <a:lnTo>
                  <a:pt x="18321" y="28251"/>
                </a:lnTo>
                <a:lnTo>
                  <a:pt x="18594" y="28757"/>
                </a:lnTo>
                <a:lnTo>
                  <a:pt x="18867" y="29264"/>
                </a:lnTo>
                <a:lnTo>
                  <a:pt x="19159" y="29750"/>
                </a:lnTo>
                <a:lnTo>
                  <a:pt x="19490" y="30218"/>
                </a:lnTo>
                <a:lnTo>
                  <a:pt x="19821" y="30685"/>
                </a:lnTo>
                <a:lnTo>
                  <a:pt x="19626" y="30510"/>
                </a:lnTo>
                <a:lnTo>
                  <a:pt x="19392" y="30373"/>
                </a:lnTo>
                <a:lnTo>
                  <a:pt x="19159" y="30276"/>
                </a:lnTo>
                <a:lnTo>
                  <a:pt x="18906" y="30198"/>
                </a:lnTo>
                <a:lnTo>
                  <a:pt x="18652" y="30140"/>
                </a:lnTo>
                <a:lnTo>
                  <a:pt x="18380" y="30120"/>
                </a:lnTo>
                <a:lnTo>
                  <a:pt x="18107" y="30120"/>
                </a:lnTo>
                <a:lnTo>
                  <a:pt x="17854" y="30140"/>
                </a:lnTo>
                <a:lnTo>
                  <a:pt x="17582" y="30198"/>
                </a:lnTo>
                <a:lnTo>
                  <a:pt x="17329" y="30257"/>
                </a:lnTo>
                <a:lnTo>
                  <a:pt x="17075" y="30334"/>
                </a:lnTo>
                <a:lnTo>
                  <a:pt x="16822" y="30432"/>
                </a:lnTo>
                <a:lnTo>
                  <a:pt x="16336" y="30626"/>
                </a:lnTo>
                <a:lnTo>
                  <a:pt x="15868" y="30860"/>
                </a:lnTo>
                <a:lnTo>
                  <a:pt x="15557" y="31016"/>
                </a:lnTo>
                <a:lnTo>
                  <a:pt x="15245" y="31191"/>
                </a:lnTo>
                <a:lnTo>
                  <a:pt x="14953" y="31386"/>
                </a:lnTo>
                <a:lnTo>
                  <a:pt x="14817" y="31483"/>
                </a:lnTo>
                <a:lnTo>
                  <a:pt x="14681" y="31600"/>
                </a:lnTo>
                <a:lnTo>
                  <a:pt x="14564" y="31717"/>
                </a:lnTo>
                <a:lnTo>
                  <a:pt x="14466" y="31873"/>
                </a:lnTo>
                <a:lnTo>
                  <a:pt x="14389" y="32028"/>
                </a:lnTo>
                <a:lnTo>
                  <a:pt x="14350" y="32184"/>
                </a:lnTo>
                <a:lnTo>
                  <a:pt x="14311" y="32359"/>
                </a:lnTo>
                <a:lnTo>
                  <a:pt x="14291" y="32534"/>
                </a:lnTo>
                <a:lnTo>
                  <a:pt x="14272" y="32729"/>
                </a:lnTo>
                <a:lnTo>
                  <a:pt x="14272" y="32904"/>
                </a:lnTo>
                <a:lnTo>
                  <a:pt x="14019" y="32710"/>
                </a:lnTo>
                <a:lnTo>
                  <a:pt x="13766" y="32554"/>
                </a:lnTo>
                <a:lnTo>
                  <a:pt x="13220" y="32242"/>
                </a:lnTo>
                <a:lnTo>
                  <a:pt x="12656" y="31970"/>
                </a:lnTo>
                <a:lnTo>
                  <a:pt x="12072" y="31736"/>
                </a:lnTo>
                <a:lnTo>
                  <a:pt x="11488" y="31542"/>
                </a:lnTo>
                <a:lnTo>
                  <a:pt x="10884" y="31405"/>
                </a:lnTo>
                <a:lnTo>
                  <a:pt x="10261" y="31288"/>
                </a:lnTo>
                <a:lnTo>
                  <a:pt x="9638" y="31230"/>
                </a:lnTo>
                <a:lnTo>
                  <a:pt x="9015" y="31191"/>
                </a:lnTo>
                <a:lnTo>
                  <a:pt x="8392" y="31211"/>
                </a:lnTo>
                <a:lnTo>
                  <a:pt x="7769" y="31269"/>
                </a:lnTo>
                <a:lnTo>
                  <a:pt x="7146" y="31366"/>
                </a:lnTo>
                <a:lnTo>
                  <a:pt x="6542" y="31503"/>
                </a:lnTo>
                <a:lnTo>
                  <a:pt x="5958" y="31697"/>
                </a:lnTo>
                <a:lnTo>
                  <a:pt x="5374" y="31911"/>
                </a:lnTo>
                <a:lnTo>
                  <a:pt x="5082" y="32048"/>
                </a:lnTo>
                <a:lnTo>
                  <a:pt x="4810" y="32184"/>
                </a:lnTo>
                <a:lnTo>
                  <a:pt x="4537" y="32340"/>
                </a:lnTo>
                <a:lnTo>
                  <a:pt x="4265" y="32496"/>
                </a:lnTo>
                <a:lnTo>
                  <a:pt x="3739" y="32846"/>
                </a:lnTo>
                <a:lnTo>
                  <a:pt x="3252" y="33235"/>
                </a:lnTo>
                <a:lnTo>
                  <a:pt x="2785" y="33664"/>
                </a:lnTo>
                <a:lnTo>
                  <a:pt x="2357" y="34112"/>
                </a:lnTo>
                <a:lnTo>
                  <a:pt x="1967" y="34579"/>
                </a:lnTo>
                <a:lnTo>
                  <a:pt x="1597" y="35085"/>
                </a:lnTo>
                <a:lnTo>
                  <a:pt x="1266" y="35611"/>
                </a:lnTo>
                <a:lnTo>
                  <a:pt x="955" y="36175"/>
                </a:lnTo>
                <a:lnTo>
                  <a:pt x="702" y="36740"/>
                </a:lnTo>
                <a:lnTo>
                  <a:pt x="487" y="37324"/>
                </a:lnTo>
                <a:lnTo>
                  <a:pt x="293" y="37908"/>
                </a:lnTo>
                <a:lnTo>
                  <a:pt x="156" y="38531"/>
                </a:lnTo>
                <a:lnTo>
                  <a:pt x="59" y="39135"/>
                </a:lnTo>
                <a:lnTo>
                  <a:pt x="1" y="39758"/>
                </a:lnTo>
                <a:lnTo>
                  <a:pt x="1" y="40069"/>
                </a:lnTo>
                <a:lnTo>
                  <a:pt x="1" y="40381"/>
                </a:lnTo>
                <a:lnTo>
                  <a:pt x="84264" y="37538"/>
                </a:lnTo>
                <a:lnTo>
                  <a:pt x="84050" y="702"/>
                </a:lnTo>
                <a:lnTo>
                  <a:pt x="83641" y="507"/>
                </a:lnTo>
                <a:lnTo>
                  <a:pt x="83233" y="371"/>
                </a:lnTo>
                <a:lnTo>
                  <a:pt x="82804" y="235"/>
                </a:lnTo>
                <a:lnTo>
                  <a:pt x="82356" y="137"/>
                </a:lnTo>
                <a:lnTo>
                  <a:pt x="81928" y="59"/>
                </a:lnTo>
                <a:lnTo>
                  <a:pt x="81480" y="20"/>
                </a:lnTo>
                <a:lnTo>
                  <a:pt x="81032" y="1"/>
                </a:lnTo>
                <a:close/>
              </a:path>
            </a:pathLst>
          </a:custGeom>
          <a:solidFill>
            <a:srgbClr val="FFFFFF">
              <a:alpha val="223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12" name="Google Shape;7212;p32"/>
          <p:cNvSpPr/>
          <p:nvPr/>
        </p:nvSpPr>
        <p:spPr>
          <a:xfrm rot="5400000">
            <a:off x="-899352" y="323400"/>
            <a:ext cx="2221183" cy="1017619"/>
          </a:xfrm>
          <a:custGeom>
            <a:avLst/>
            <a:gdLst/>
            <a:ahLst/>
            <a:cxnLst/>
            <a:rect l="l" t="t" r="r" b="b"/>
            <a:pathLst>
              <a:path w="54184" h="24824" extrusionOk="0">
                <a:moveTo>
                  <a:pt x="15712" y="0"/>
                </a:moveTo>
                <a:lnTo>
                  <a:pt x="15440" y="20"/>
                </a:lnTo>
                <a:lnTo>
                  <a:pt x="15167" y="58"/>
                </a:lnTo>
                <a:lnTo>
                  <a:pt x="14836" y="136"/>
                </a:lnTo>
                <a:lnTo>
                  <a:pt x="14505" y="234"/>
                </a:lnTo>
                <a:lnTo>
                  <a:pt x="14174" y="350"/>
                </a:lnTo>
                <a:lnTo>
                  <a:pt x="13863" y="487"/>
                </a:lnTo>
                <a:lnTo>
                  <a:pt x="13571" y="662"/>
                </a:lnTo>
                <a:lnTo>
                  <a:pt x="13279" y="837"/>
                </a:lnTo>
                <a:lnTo>
                  <a:pt x="12986" y="1051"/>
                </a:lnTo>
                <a:lnTo>
                  <a:pt x="12733" y="1266"/>
                </a:lnTo>
                <a:lnTo>
                  <a:pt x="12480" y="1499"/>
                </a:lnTo>
                <a:lnTo>
                  <a:pt x="12227" y="1752"/>
                </a:lnTo>
                <a:lnTo>
                  <a:pt x="11994" y="2025"/>
                </a:lnTo>
                <a:lnTo>
                  <a:pt x="11779" y="2297"/>
                </a:lnTo>
                <a:lnTo>
                  <a:pt x="11585" y="2589"/>
                </a:lnTo>
                <a:lnTo>
                  <a:pt x="11409" y="2882"/>
                </a:lnTo>
                <a:lnTo>
                  <a:pt x="11234" y="3193"/>
                </a:lnTo>
                <a:lnTo>
                  <a:pt x="11078" y="3505"/>
                </a:lnTo>
                <a:lnTo>
                  <a:pt x="10942" y="3816"/>
                </a:lnTo>
                <a:lnTo>
                  <a:pt x="10825" y="4147"/>
                </a:lnTo>
                <a:lnTo>
                  <a:pt x="10709" y="4478"/>
                </a:lnTo>
                <a:lnTo>
                  <a:pt x="10611" y="4809"/>
                </a:lnTo>
                <a:lnTo>
                  <a:pt x="10533" y="5140"/>
                </a:lnTo>
                <a:lnTo>
                  <a:pt x="10455" y="5471"/>
                </a:lnTo>
                <a:lnTo>
                  <a:pt x="10339" y="6152"/>
                </a:lnTo>
                <a:lnTo>
                  <a:pt x="10261" y="6853"/>
                </a:lnTo>
                <a:lnTo>
                  <a:pt x="10202" y="7554"/>
                </a:lnTo>
                <a:lnTo>
                  <a:pt x="10183" y="8255"/>
                </a:lnTo>
                <a:lnTo>
                  <a:pt x="10183" y="8937"/>
                </a:lnTo>
                <a:lnTo>
                  <a:pt x="10027" y="8859"/>
                </a:lnTo>
                <a:lnTo>
                  <a:pt x="9891" y="8761"/>
                </a:lnTo>
                <a:lnTo>
                  <a:pt x="9735" y="8703"/>
                </a:lnTo>
                <a:lnTo>
                  <a:pt x="9560" y="8644"/>
                </a:lnTo>
                <a:lnTo>
                  <a:pt x="9404" y="8606"/>
                </a:lnTo>
                <a:lnTo>
                  <a:pt x="9229" y="8567"/>
                </a:lnTo>
                <a:lnTo>
                  <a:pt x="9054" y="8547"/>
                </a:lnTo>
                <a:lnTo>
                  <a:pt x="8703" y="8547"/>
                </a:lnTo>
                <a:lnTo>
                  <a:pt x="8528" y="8567"/>
                </a:lnTo>
                <a:lnTo>
                  <a:pt x="8372" y="8606"/>
                </a:lnTo>
                <a:lnTo>
                  <a:pt x="8197" y="8644"/>
                </a:lnTo>
                <a:lnTo>
                  <a:pt x="8041" y="8703"/>
                </a:lnTo>
                <a:lnTo>
                  <a:pt x="7885" y="8761"/>
                </a:lnTo>
                <a:lnTo>
                  <a:pt x="7730" y="8859"/>
                </a:lnTo>
                <a:lnTo>
                  <a:pt x="7574" y="8956"/>
                </a:lnTo>
                <a:lnTo>
                  <a:pt x="7438" y="9053"/>
                </a:lnTo>
                <a:lnTo>
                  <a:pt x="7321" y="9170"/>
                </a:lnTo>
                <a:lnTo>
                  <a:pt x="7204" y="9287"/>
                </a:lnTo>
                <a:lnTo>
                  <a:pt x="7087" y="9423"/>
                </a:lnTo>
                <a:lnTo>
                  <a:pt x="6990" y="9579"/>
                </a:lnTo>
                <a:lnTo>
                  <a:pt x="6912" y="9715"/>
                </a:lnTo>
                <a:lnTo>
                  <a:pt x="6834" y="9871"/>
                </a:lnTo>
                <a:lnTo>
                  <a:pt x="6776" y="10046"/>
                </a:lnTo>
                <a:lnTo>
                  <a:pt x="6717" y="10202"/>
                </a:lnTo>
                <a:lnTo>
                  <a:pt x="6678" y="10377"/>
                </a:lnTo>
                <a:lnTo>
                  <a:pt x="6639" y="10552"/>
                </a:lnTo>
                <a:lnTo>
                  <a:pt x="6639" y="10708"/>
                </a:lnTo>
                <a:lnTo>
                  <a:pt x="6639" y="10883"/>
                </a:lnTo>
                <a:lnTo>
                  <a:pt x="6639" y="11059"/>
                </a:lnTo>
                <a:lnTo>
                  <a:pt x="6678" y="11234"/>
                </a:lnTo>
                <a:lnTo>
                  <a:pt x="6717" y="11409"/>
                </a:lnTo>
                <a:lnTo>
                  <a:pt x="6542" y="11214"/>
                </a:lnTo>
                <a:lnTo>
                  <a:pt x="6367" y="11059"/>
                </a:lnTo>
                <a:lnTo>
                  <a:pt x="6153" y="10903"/>
                </a:lnTo>
                <a:lnTo>
                  <a:pt x="5939" y="10786"/>
                </a:lnTo>
                <a:lnTo>
                  <a:pt x="5705" y="10689"/>
                </a:lnTo>
                <a:lnTo>
                  <a:pt x="5471" y="10630"/>
                </a:lnTo>
                <a:lnTo>
                  <a:pt x="5218" y="10572"/>
                </a:lnTo>
                <a:lnTo>
                  <a:pt x="4965" y="10552"/>
                </a:lnTo>
                <a:lnTo>
                  <a:pt x="4731" y="10552"/>
                </a:lnTo>
                <a:lnTo>
                  <a:pt x="4478" y="10572"/>
                </a:lnTo>
                <a:lnTo>
                  <a:pt x="4225" y="10630"/>
                </a:lnTo>
                <a:lnTo>
                  <a:pt x="3992" y="10689"/>
                </a:lnTo>
                <a:lnTo>
                  <a:pt x="3758" y="10786"/>
                </a:lnTo>
                <a:lnTo>
                  <a:pt x="3544" y="10903"/>
                </a:lnTo>
                <a:lnTo>
                  <a:pt x="3349" y="11059"/>
                </a:lnTo>
                <a:lnTo>
                  <a:pt x="3154" y="11234"/>
                </a:lnTo>
                <a:lnTo>
                  <a:pt x="2999" y="11409"/>
                </a:lnTo>
                <a:lnTo>
                  <a:pt x="2862" y="11623"/>
                </a:lnTo>
                <a:lnTo>
                  <a:pt x="2765" y="11837"/>
                </a:lnTo>
                <a:lnTo>
                  <a:pt x="2668" y="12071"/>
                </a:lnTo>
                <a:lnTo>
                  <a:pt x="2609" y="12324"/>
                </a:lnTo>
                <a:lnTo>
                  <a:pt x="2570" y="12558"/>
                </a:lnTo>
                <a:lnTo>
                  <a:pt x="2570" y="12811"/>
                </a:lnTo>
                <a:lnTo>
                  <a:pt x="2570" y="13064"/>
                </a:lnTo>
                <a:lnTo>
                  <a:pt x="2609" y="13317"/>
                </a:lnTo>
                <a:lnTo>
                  <a:pt x="2668" y="13551"/>
                </a:lnTo>
                <a:lnTo>
                  <a:pt x="2746" y="13784"/>
                </a:lnTo>
                <a:lnTo>
                  <a:pt x="2862" y="14018"/>
                </a:lnTo>
                <a:lnTo>
                  <a:pt x="2979" y="14232"/>
                </a:lnTo>
                <a:lnTo>
                  <a:pt x="3135" y="14427"/>
                </a:lnTo>
                <a:lnTo>
                  <a:pt x="3310" y="14602"/>
                </a:lnTo>
                <a:lnTo>
                  <a:pt x="3505" y="14758"/>
                </a:lnTo>
                <a:lnTo>
                  <a:pt x="3505" y="14758"/>
                </a:lnTo>
                <a:lnTo>
                  <a:pt x="3349" y="14719"/>
                </a:lnTo>
                <a:lnTo>
                  <a:pt x="3193" y="14680"/>
                </a:lnTo>
                <a:lnTo>
                  <a:pt x="2882" y="14641"/>
                </a:lnTo>
                <a:lnTo>
                  <a:pt x="2590" y="14661"/>
                </a:lnTo>
                <a:lnTo>
                  <a:pt x="2278" y="14699"/>
                </a:lnTo>
                <a:lnTo>
                  <a:pt x="1986" y="14797"/>
                </a:lnTo>
                <a:lnTo>
                  <a:pt x="1694" y="14914"/>
                </a:lnTo>
                <a:lnTo>
                  <a:pt x="1422" y="15069"/>
                </a:lnTo>
                <a:lnTo>
                  <a:pt x="1169" y="15264"/>
                </a:lnTo>
                <a:lnTo>
                  <a:pt x="935" y="15478"/>
                </a:lnTo>
                <a:lnTo>
                  <a:pt x="721" y="15712"/>
                </a:lnTo>
                <a:lnTo>
                  <a:pt x="526" y="15965"/>
                </a:lnTo>
                <a:lnTo>
                  <a:pt x="351" y="16238"/>
                </a:lnTo>
                <a:lnTo>
                  <a:pt x="215" y="16530"/>
                </a:lnTo>
                <a:lnTo>
                  <a:pt x="98" y="16841"/>
                </a:lnTo>
                <a:lnTo>
                  <a:pt x="20" y="17153"/>
                </a:lnTo>
                <a:lnTo>
                  <a:pt x="0" y="17464"/>
                </a:lnTo>
                <a:lnTo>
                  <a:pt x="0" y="17795"/>
                </a:lnTo>
                <a:lnTo>
                  <a:pt x="20" y="18107"/>
                </a:lnTo>
                <a:lnTo>
                  <a:pt x="78" y="18418"/>
                </a:lnTo>
                <a:lnTo>
                  <a:pt x="156" y="18710"/>
                </a:lnTo>
                <a:lnTo>
                  <a:pt x="273" y="19022"/>
                </a:lnTo>
                <a:lnTo>
                  <a:pt x="409" y="19294"/>
                </a:lnTo>
                <a:lnTo>
                  <a:pt x="546" y="19586"/>
                </a:lnTo>
                <a:lnTo>
                  <a:pt x="721" y="19859"/>
                </a:lnTo>
                <a:lnTo>
                  <a:pt x="915" y="20112"/>
                </a:lnTo>
                <a:lnTo>
                  <a:pt x="1130" y="20365"/>
                </a:lnTo>
                <a:lnTo>
                  <a:pt x="1344" y="20599"/>
                </a:lnTo>
                <a:lnTo>
                  <a:pt x="1577" y="20813"/>
                </a:lnTo>
                <a:lnTo>
                  <a:pt x="1830" y="21027"/>
                </a:lnTo>
                <a:lnTo>
                  <a:pt x="2103" y="21222"/>
                </a:lnTo>
                <a:lnTo>
                  <a:pt x="2376" y="21397"/>
                </a:lnTo>
                <a:lnTo>
                  <a:pt x="2648" y="21572"/>
                </a:lnTo>
                <a:lnTo>
                  <a:pt x="2940" y="21709"/>
                </a:lnTo>
                <a:lnTo>
                  <a:pt x="3213" y="21845"/>
                </a:lnTo>
                <a:lnTo>
                  <a:pt x="3524" y="21962"/>
                </a:lnTo>
                <a:lnTo>
                  <a:pt x="3816" y="22078"/>
                </a:lnTo>
                <a:lnTo>
                  <a:pt x="4420" y="22273"/>
                </a:lnTo>
                <a:lnTo>
                  <a:pt x="5043" y="22429"/>
                </a:lnTo>
                <a:lnTo>
                  <a:pt x="5685" y="22565"/>
                </a:lnTo>
                <a:lnTo>
                  <a:pt x="6328" y="22663"/>
                </a:lnTo>
                <a:lnTo>
                  <a:pt x="7593" y="22838"/>
                </a:lnTo>
                <a:lnTo>
                  <a:pt x="12422" y="23441"/>
                </a:lnTo>
                <a:lnTo>
                  <a:pt x="14836" y="23733"/>
                </a:lnTo>
                <a:lnTo>
                  <a:pt x="17250" y="24006"/>
                </a:lnTo>
                <a:lnTo>
                  <a:pt x="19684" y="24240"/>
                </a:lnTo>
                <a:lnTo>
                  <a:pt x="22118" y="24454"/>
                </a:lnTo>
                <a:lnTo>
                  <a:pt x="24532" y="24629"/>
                </a:lnTo>
                <a:lnTo>
                  <a:pt x="25758" y="24687"/>
                </a:lnTo>
                <a:lnTo>
                  <a:pt x="26966" y="24746"/>
                </a:lnTo>
                <a:lnTo>
                  <a:pt x="28173" y="24785"/>
                </a:lnTo>
                <a:lnTo>
                  <a:pt x="29380" y="24804"/>
                </a:lnTo>
                <a:lnTo>
                  <a:pt x="30587" y="24824"/>
                </a:lnTo>
                <a:lnTo>
                  <a:pt x="31794" y="24824"/>
                </a:lnTo>
                <a:lnTo>
                  <a:pt x="33001" y="24804"/>
                </a:lnTo>
                <a:lnTo>
                  <a:pt x="34208" y="24765"/>
                </a:lnTo>
                <a:lnTo>
                  <a:pt x="35415" y="24707"/>
                </a:lnTo>
                <a:lnTo>
                  <a:pt x="36622" y="24629"/>
                </a:lnTo>
                <a:lnTo>
                  <a:pt x="37829" y="24551"/>
                </a:lnTo>
                <a:lnTo>
                  <a:pt x="39017" y="24434"/>
                </a:lnTo>
                <a:lnTo>
                  <a:pt x="40224" y="24298"/>
                </a:lnTo>
                <a:lnTo>
                  <a:pt x="41412" y="24142"/>
                </a:lnTo>
                <a:lnTo>
                  <a:pt x="42599" y="23967"/>
                </a:lnTo>
                <a:lnTo>
                  <a:pt x="43787" y="23753"/>
                </a:lnTo>
                <a:lnTo>
                  <a:pt x="44975" y="23519"/>
                </a:lnTo>
                <a:lnTo>
                  <a:pt x="46162" y="23266"/>
                </a:lnTo>
                <a:lnTo>
                  <a:pt x="47019" y="23052"/>
                </a:lnTo>
                <a:lnTo>
                  <a:pt x="47447" y="22935"/>
                </a:lnTo>
                <a:lnTo>
                  <a:pt x="47876" y="22799"/>
                </a:lnTo>
                <a:lnTo>
                  <a:pt x="48285" y="22643"/>
                </a:lnTo>
                <a:lnTo>
                  <a:pt x="48693" y="22468"/>
                </a:lnTo>
                <a:lnTo>
                  <a:pt x="49102" y="22293"/>
                </a:lnTo>
                <a:lnTo>
                  <a:pt x="49492" y="22078"/>
                </a:lnTo>
                <a:lnTo>
                  <a:pt x="49862" y="21864"/>
                </a:lnTo>
                <a:lnTo>
                  <a:pt x="50212" y="21631"/>
                </a:lnTo>
                <a:lnTo>
                  <a:pt x="50524" y="21358"/>
                </a:lnTo>
                <a:lnTo>
                  <a:pt x="50835" y="21066"/>
                </a:lnTo>
                <a:lnTo>
                  <a:pt x="51088" y="20755"/>
                </a:lnTo>
                <a:lnTo>
                  <a:pt x="51341" y="20404"/>
                </a:lnTo>
                <a:lnTo>
                  <a:pt x="51536" y="20054"/>
                </a:lnTo>
                <a:lnTo>
                  <a:pt x="51614" y="19859"/>
                </a:lnTo>
                <a:lnTo>
                  <a:pt x="51692" y="19645"/>
                </a:lnTo>
                <a:lnTo>
                  <a:pt x="51789" y="19333"/>
                </a:lnTo>
                <a:lnTo>
                  <a:pt x="51867" y="19002"/>
                </a:lnTo>
                <a:lnTo>
                  <a:pt x="52023" y="18340"/>
                </a:lnTo>
                <a:lnTo>
                  <a:pt x="52120" y="18009"/>
                </a:lnTo>
                <a:lnTo>
                  <a:pt x="52237" y="17678"/>
                </a:lnTo>
                <a:lnTo>
                  <a:pt x="52315" y="17542"/>
                </a:lnTo>
                <a:lnTo>
                  <a:pt x="52393" y="17386"/>
                </a:lnTo>
                <a:lnTo>
                  <a:pt x="52490" y="17250"/>
                </a:lnTo>
                <a:lnTo>
                  <a:pt x="52607" y="17114"/>
                </a:lnTo>
                <a:lnTo>
                  <a:pt x="52782" y="16938"/>
                </a:lnTo>
                <a:lnTo>
                  <a:pt x="52938" y="16783"/>
                </a:lnTo>
                <a:lnTo>
                  <a:pt x="53288" y="16510"/>
                </a:lnTo>
                <a:lnTo>
                  <a:pt x="53444" y="16354"/>
                </a:lnTo>
                <a:lnTo>
                  <a:pt x="53580" y="16179"/>
                </a:lnTo>
                <a:lnTo>
                  <a:pt x="53717" y="15984"/>
                </a:lnTo>
                <a:lnTo>
                  <a:pt x="53833" y="15751"/>
                </a:lnTo>
                <a:lnTo>
                  <a:pt x="53931" y="15439"/>
                </a:lnTo>
                <a:lnTo>
                  <a:pt x="54028" y="15108"/>
                </a:lnTo>
                <a:lnTo>
                  <a:pt x="54086" y="14758"/>
                </a:lnTo>
                <a:lnTo>
                  <a:pt x="54145" y="14427"/>
                </a:lnTo>
                <a:lnTo>
                  <a:pt x="54164" y="14057"/>
                </a:lnTo>
                <a:lnTo>
                  <a:pt x="54184" y="13707"/>
                </a:lnTo>
                <a:lnTo>
                  <a:pt x="54164" y="13356"/>
                </a:lnTo>
                <a:lnTo>
                  <a:pt x="54145" y="13006"/>
                </a:lnTo>
                <a:lnTo>
                  <a:pt x="54106" y="12655"/>
                </a:lnTo>
                <a:lnTo>
                  <a:pt x="54028" y="12305"/>
                </a:lnTo>
                <a:lnTo>
                  <a:pt x="53950" y="11954"/>
                </a:lnTo>
                <a:lnTo>
                  <a:pt x="53853" y="11623"/>
                </a:lnTo>
                <a:lnTo>
                  <a:pt x="53736" y="11292"/>
                </a:lnTo>
                <a:lnTo>
                  <a:pt x="53580" y="10981"/>
                </a:lnTo>
                <a:lnTo>
                  <a:pt x="53424" y="10689"/>
                </a:lnTo>
                <a:lnTo>
                  <a:pt x="53249" y="10397"/>
                </a:lnTo>
                <a:lnTo>
                  <a:pt x="53132" y="10222"/>
                </a:lnTo>
                <a:lnTo>
                  <a:pt x="52996" y="10066"/>
                </a:lnTo>
                <a:lnTo>
                  <a:pt x="52704" y="9754"/>
                </a:lnTo>
                <a:lnTo>
                  <a:pt x="52393" y="9482"/>
                </a:lnTo>
                <a:lnTo>
                  <a:pt x="52042" y="9248"/>
                </a:lnTo>
                <a:lnTo>
                  <a:pt x="51672" y="9034"/>
                </a:lnTo>
                <a:lnTo>
                  <a:pt x="51283" y="8859"/>
                </a:lnTo>
                <a:lnTo>
                  <a:pt x="50874" y="8722"/>
                </a:lnTo>
                <a:lnTo>
                  <a:pt x="50465" y="8625"/>
                </a:lnTo>
                <a:lnTo>
                  <a:pt x="50056" y="8586"/>
                </a:lnTo>
                <a:lnTo>
                  <a:pt x="49647" y="8567"/>
                </a:lnTo>
                <a:lnTo>
                  <a:pt x="49239" y="8606"/>
                </a:lnTo>
                <a:lnTo>
                  <a:pt x="49044" y="8625"/>
                </a:lnTo>
                <a:lnTo>
                  <a:pt x="48849" y="8683"/>
                </a:lnTo>
                <a:lnTo>
                  <a:pt x="48654" y="8722"/>
                </a:lnTo>
                <a:lnTo>
                  <a:pt x="48460" y="8800"/>
                </a:lnTo>
                <a:lnTo>
                  <a:pt x="48285" y="8878"/>
                </a:lnTo>
                <a:lnTo>
                  <a:pt x="48109" y="8975"/>
                </a:lnTo>
                <a:lnTo>
                  <a:pt x="47934" y="9073"/>
                </a:lnTo>
                <a:lnTo>
                  <a:pt x="47759" y="9190"/>
                </a:lnTo>
                <a:lnTo>
                  <a:pt x="47603" y="9326"/>
                </a:lnTo>
                <a:lnTo>
                  <a:pt x="47447" y="9462"/>
                </a:lnTo>
                <a:lnTo>
                  <a:pt x="47467" y="9306"/>
                </a:lnTo>
                <a:lnTo>
                  <a:pt x="47447" y="9131"/>
                </a:lnTo>
                <a:lnTo>
                  <a:pt x="47408" y="8820"/>
                </a:lnTo>
                <a:lnTo>
                  <a:pt x="47311" y="8508"/>
                </a:lnTo>
                <a:lnTo>
                  <a:pt x="47194" y="8216"/>
                </a:lnTo>
                <a:lnTo>
                  <a:pt x="47019" y="7924"/>
                </a:lnTo>
                <a:lnTo>
                  <a:pt x="46824" y="7671"/>
                </a:lnTo>
                <a:lnTo>
                  <a:pt x="46591" y="7457"/>
                </a:lnTo>
                <a:lnTo>
                  <a:pt x="46454" y="7340"/>
                </a:lnTo>
                <a:lnTo>
                  <a:pt x="46338" y="7262"/>
                </a:lnTo>
                <a:lnTo>
                  <a:pt x="46182" y="7184"/>
                </a:lnTo>
                <a:lnTo>
                  <a:pt x="46046" y="7106"/>
                </a:lnTo>
                <a:lnTo>
                  <a:pt x="45734" y="7009"/>
                </a:lnTo>
                <a:lnTo>
                  <a:pt x="45423" y="6931"/>
                </a:lnTo>
                <a:lnTo>
                  <a:pt x="45092" y="6912"/>
                </a:lnTo>
                <a:lnTo>
                  <a:pt x="44761" y="6931"/>
                </a:lnTo>
                <a:lnTo>
                  <a:pt x="44449" y="6990"/>
                </a:lnTo>
                <a:lnTo>
                  <a:pt x="44138" y="7087"/>
                </a:lnTo>
                <a:lnTo>
                  <a:pt x="44001" y="7165"/>
                </a:lnTo>
                <a:lnTo>
                  <a:pt x="43846" y="7243"/>
                </a:lnTo>
                <a:lnTo>
                  <a:pt x="43807" y="6951"/>
                </a:lnTo>
                <a:lnTo>
                  <a:pt x="43748" y="6678"/>
                </a:lnTo>
                <a:lnTo>
                  <a:pt x="43651" y="6386"/>
                </a:lnTo>
                <a:lnTo>
                  <a:pt x="43573" y="6113"/>
                </a:lnTo>
                <a:lnTo>
                  <a:pt x="43456" y="5860"/>
                </a:lnTo>
                <a:lnTo>
                  <a:pt x="43339" y="5588"/>
                </a:lnTo>
                <a:lnTo>
                  <a:pt x="43203" y="5335"/>
                </a:lnTo>
                <a:lnTo>
                  <a:pt x="43047" y="5101"/>
                </a:lnTo>
                <a:lnTo>
                  <a:pt x="42892" y="4848"/>
                </a:lnTo>
                <a:lnTo>
                  <a:pt x="42716" y="4614"/>
                </a:lnTo>
                <a:lnTo>
                  <a:pt x="42522" y="4400"/>
                </a:lnTo>
                <a:lnTo>
                  <a:pt x="42327" y="4186"/>
                </a:lnTo>
                <a:lnTo>
                  <a:pt x="42132" y="3972"/>
                </a:lnTo>
                <a:lnTo>
                  <a:pt x="41918" y="3777"/>
                </a:lnTo>
                <a:lnTo>
                  <a:pt x="41684" y="3602"/>
                </a:lnTo>
                <a:lnTo>
                  <a:pt x="41470" y="3427"/>
                </a:lnTo>
                <a:lnTo>
                  <a:pt x="41217" y="3251"/>
                </a:lnTo>
                <a:lnTo>
                  <a:pt x="40984" y="3096"/>
                </a:lnTo>
                <a:lnTo>
                  <a:pt x="40730" y="2959"/>
                </a:lnTo>
                <a:lnTo>
                  <a:pt x="40477" y="2823"/>
                </a:lnTo>
                <a:lnTo>
                  <a:pt x="40205" y="2706"/>
                </a:lnTo>
                <a:lnTo>
                  <a:pt x="39932" y="2589"/>
                </a:lnTo>
                <a:lnTo>
                  <a:pt x="39660" y="2492"/>
                </a:lnTo>
                <a:lnTo>
                  <a:pt x="39387" y="2414"/>
                </a:lnTo>
                <a:lnTo>
                  <a:pt x="39095" y="2356"/>
                </a:lnTo>
                <a:lnTo>
                  <a:pt x="38822" y="2297"/>
                </a:lnTo>
                <a:lnTo>
                  <a:pt x="38530" y="2258"/>
                </a:lnTo>
                <a:lnTo>
                  <a:pt x="38258" y="2239"/>
                </a:lnTo>
                <a:lnTo>
                  <a:pt x="37966" y="2220"/>
                </a:lnTo>
                <a:lnTo>
                  <a:pt x="37674" y="2239"/>
                </a:lnTo>
                <a:lnTo>
                  <a:pt x="37382" y="2258"/>
                </a:lnTo>
                <a:lnTo>
                  <a:pt x="37090" y="2297"/>
                </a:lnTo>
                <a:lnTo>
                  <a:pt x="36817" y="2356"/>
                </a:lnTo>
                <a:lnTo>
                  <a:pt x="36525" y="2434"/>
                </a:lnTo>
                <a:lnTo>
                  <a:pt x="36252" y="2512"/>
                </a:lnTo>
                <a:lnTo>
                  <a:pt x="35980" y="2609"/>
                </a:lnTo>
                <a:lnTo>
                  <a:pt x="35727" y="2726"/>
                </a:lnTo>
                <a:lnTo>
                  <a:pt x="35474" y="2862"/>
                </a:lnTo>
                <a:lnTo>
                  <a:pt x="35221" y="3018"/>
                </a:lnTo>
                <a:lnTo>
                  <a:pt x="34967" y="3174"/>
                </a:lnTo>
                <a:lnTo>
                  <a:pt x="34734" y="3329"/>
                </a:lnTo>
                <a:lnTo>
                  <a:pt x="34520" y="3505"/>
                </a:lnTo>
                <a:lnTo>
                  <a:pt x="34286" y="3699"/>
                </a:lnTo>
                <a:lnTo>
                  <a:pt x="34091" y="3894"/>
                </a:lnTo>
                <a:lnTo>
                  <a:pt x="33877" y="4108"/>
                </a:lnTo>
                <a:lnTo>
                  <a:pt x="33702" y="4342"/>
                </a:lnTo>
                <a:lnTo>
                  <a:pt x="33507" y="4556"/>
                </a:lnTo>
                <a:lnTo>
                  <a:pt x="33351" y="4790"/>
                </a:lnTo>
                <a:lnTo>
                  <a:pt x="33176" y="5043"/>
                </a:lnTo>
                <a:lnTo>
                  <a:pt x="33040" y="5296"/>
                </a:lnTo>
                <a:lnTo>
                  <a:pt x="32904" y="5549"/>
                </a:lnTo>
                <a:lnTo>
                  <a:pt x="32767" y="5802"/>
                </a:lnTo>
                <a:lnTo>
                  <a:pt x="32670" y="6075"/>
                </a:lnTo>
                <a:lnTo>
                  <a:pt x="32553" y="6347"/>
                </a:lnTo>
                <a:lnTo>
                  <a:pt x="32475" y="6620"/>
                </a:lnTo>
                <a:lnTo>
                  <a:pt x="32397" y="6892"/>
                </a:lnTo>
                <a:lnTo>
                  <a:pt x="32339" y="7184"/>
                </a:lnTo>
                <a:lnTo>
                  <a:pt x="32300" y="7476"/>
                </a:lnTo>
                <a:lnTo>
                  <a:pt x="32261" y="7749"/>
                </a:lnTo>
                <a:lnTo>
                  <a:pt x="32242" y="8041"/>
                </a:lnTo>
                <a:lnTo>
                  <a:pt x="32242" y="8333"/>
                </a:lnTo>
                <a:lnTo>
                  <a:pt x="32261" y="8625"/>
                </a:lnTo>
                <a:lnTo>
                  <a:pt x="32300" y="8898"/>
                </a:lnTo>
                <a:lnTo>
                  <a:pt x="32339" y="9190"/>
                </a:lnTo>
                <a:lnTo>
                  <a:pt x="32300" y="9034"/>
                </a:lnTo>
                <a:lnTo>
                  <a:pt x="32242" y="8859"/>
                </a:lnTo>
                <a:lnTo>
                  <a:pt x="32183" y="8703"/>
                </a:lnTo>
                <a:lnTo>
                  <a:pt x="32105" y="8567"/>
                </a:lnTo>
                <a:lnTo>
                  <a:pt x="32008" y="8411"/>
                </a:lnTo>
                <a:lnTo>
                  <a:pt x="31891" y="8294"/>
                </a:lnTo>
                <a:lnTo>
                  <a:pt x="31774" y="8158"/>
                </a:lnTo>
                <a:lnTo>
                  <a:pt x="31638" y="8060"/>
                </a:lnTo>
                <a:lnTo>
                  <a:pt x="31502" y="7944"/>
                </a:lnTo>
                <a:lnTo>
                  <a:pt x="31366" y="7866"/>
                </a:lnTo>
                <a:lnTo>
                  <a:pt x="31210" y="7788"/>
                </a:lnTo>
                <a:lnTo>
                  <a:pt x="31054" y="7710"/>
                </a:lnTo>
                <a:lnTo>
                  <a:pt x="30879" y="7671"/>
                </a:lnTo>
                <a:lnTo>
                  <a:pt x="30723" y="7632"/>
                </a:lnTo>
                <a:lnTo>
                  <a:pt x="30548" y="7613"/>
                </a:lnTo>
                <a:lnTo>
                  <a:pt x="30373" y="7593"/>
                </a:lnTo>
                <a:lnTo>
                  <a:pt x="30197" y="7613"/>
                </a:lnTo>
                <a:lnTo>
                  <a:pt x="30042" y="7652"/>
                </a:lnTo>
                <a:lnTo>
                  <a:pt x="29866" y="7690"/>
                </a:lnTo>
                <a:lnTo>
                  <a:pt x="29711" y="7749"/>
                </a:lnTo>
                <a:lnTo>
                  <a:pt x="29555" y="7827"/>
                </a:lnTo>
                <a:lnTo>
                  <a:pt x="29399" y="7905"/>
                </a:lnTo>
                <a:lnTo>
                  <a:pt x="29263" y="8002"/>
                </a:lnTo>
                <a:lnTo>
                  <a:pt x="29127" y="8099"/>
                </a:lnTo>
                <a:lnTo>
                  <a:pt x="29010" y="8236"/>
                </a:lnTo>
                <a:lnTo>
                  <a:pt x="28893" y="8352"/>
                </a:lnTo>
                <a:lnTo>
                  <a:pt x="28796" y="8489"/>
                </a:lnTo>
                <a:lnTo>
                  <a:pt x="28698" y="8644"/>
                </a:lnTo>
                <a:lnTo>
                  <a:pt x="28620" y="8800"/>
                </a:lnTo>
                <a:lnTo>
                  <a:pt x="28562" y="8956"/>
                </a:lnTo>
                <a:lnTo>
                  <a:pt x="28523" y="9112"/>
                </a:lnTo>
                <a:lnTo>
                  <a:pt x="28484" y="9287"/>
                </a:lnTo>
                <a:lnTo>
                  <a:pt x="28445" y="9151"/>
                </a:lnTo>
                <a:lnTo>
                  <a:pt x="28406" y="9014"/>
                </a:lnTo>
                <a:lnTo>
                  <a:pt x="28289" y="8761"/>
                </a:lnTo>
                <a:lnTo>
                  <a:pt x="28114" y="8528"/>
                </a:lnTo>
                <a:lnTo>
                  <a:pt x="27920" y="8314"/>
                </a:lnTo>
                <a:lnTo>
                  <a:pt x="27705" y="8138"/>
                </a:lnTo>
                <a:lnTo>
                  <a:pt x="27452" y="8002"/>
                </a:lnTo>
                <a:lnTo>
                  <a:pt x="27199" y="7885"/>
                </a:lnTo>
                <a:lnTo>
                  <a:pt x="27063" y="7866"/>
                </a:lnTo>
                <a:lnTo>
                  <a:pt x="26907" y="7846"/>
                </a:lnTo>
                <a:lnTo>
                  <a:pt x="26771" y="7827"/>
                </a:lnTo>
                <a:lnTo>
                  <a:pt x="26635" y="7827"/>
                </a:lnTo>
                <a:lnTo>
                  <a:pt x="26342" y="7885"/>
                </a:lnTo>
                <a:lnTo>
                  <a:pt x="26070" y="7963"/>
                </a:lnTo>
                <a:lnTo>
                  <a:pt x="25817" y="8080"/>
                </a:lnTo>
                <a:lnTo>
                  <a:pt x="25583" y="8255"/>
                </a:lnTo>
                <a:lnTo>
                  <a:pt x="25388" y="8450"/>
                </a:lnTo>
                <a:lnTo>
                  <a:pt x="25213" y="8664"/>
                </a:lnTo>
                <a:lnTo>
                  <a:pt x="25135" y="8800"/>
                </a:lnTo>
                <a:lnTo>
                  <a:pt x="25077" y="8917"/>
                </a:lnTo>
                <a:lnTo>
                  <a:pt x="25116" y="8606"/>
                </a:lnTo>
                <a:lnTo>
                  <a:pt x="25135" y="8275"/>
                </a:lnTo>
                <a:lnTo>
                  <a:pt x="25135" y="7944"/>
                </a:lnTo>
                <a:lnTo>
                  <a:pt x="25116" y="7632"/>
                </a:lnTo>
                <a:lnTo>
                  <a:pt x="25077" y="7301"/>
                </a:lnTo>
                <a:lnTo>
                  <a:pt x="25019" y="6990"/>
                </a:lnTo>
                <a:lnTo>
                  <a:pt x="24941" y="6659"/>
                </a:lnTo>
                <a:lnTo>
                  <a:pt x="24863" y="6347"/>
                </a:lnTo>
                <a:lnTo>
                  <a:pt x="24746" y="6055"/>
                </a:lnTo>
                <a:lnTo>
                  <a:pt x="24629" y="5744"/>
                </a:lnTo>
                <a:lnTo>
                  <a:pt x="24493" y="5451"/>
                </a:lnTo>
                <a:lnTo>
                  <a:pt x="24337" y="5159"/>
                </a:lnTo>
                <a:lnTo>
                  <a:pt x="24181" y="4867"/>
                </a:lnTo>
                <a:lnTo>
                  <a:pt x="24006" y="4595"/>
                </a:lnTo>
                <a:lnTo>
                  <a:pt x="23811" y="4322"/>
                </a:lnTo>
                <a:lnTo>
                  <a:pt x="23617" y="4050"/>
                </a:lnTo>
                <a:lnTo>
                  <a:pt x="23403" y="3816"/>
                </a:lnTo>
                <a:lnTo>
                  <a:pt x="23188" y="3563"/>
                </a:lnTo>
                <a:lnTo>
                  <a:pt x="22955" y="3329"/>
                </a:lnTo>
                <a:lnTo>
                  <a:pt x="22721" y="3115"/>
                </a:lnTo>
                <a:lnTo>
                  <a:pt x="22234" y="2687"/>
                </a:lnTo>
                <a:lnTo>
                  <a:pt x="21728" y="2278"/>
                </a:lnTo>
                <a:lnTo>
                  <a:pt x="21183" y="1908"/>
                </a:lnTo>
                <a:lnTo>
                  <a:pt x="20618" y="1577"/>
                </a:lnTo>
                <a:lnTo>
                  <a:pt x="20054" y="1246"/>
                </a:lnTo>
                <a:lnTo>
                  <a:pt x="19470" y="954"/>
                </a:lnTo>
                <a:lnTo>
                  <a:pt x="18944" y="720"/>
                </a:lnTo>
                <a:lnTo>
                  <a:pt x="18438" y="506"/>
                </a:lnTo>
                <a:lnTo>
                  <a:pt x="17893" y="331"/>
                </a:lnTo>
                <a:lnTo>
                  <a:pt x="17367" y="175"/>
                </a:lnTo>
                <a:lnTo>
                  <a:pt x="16822" y="78"/>
                </a:lnTo>
                <a:lnTo>
                  <a:pt x="16549" y="39"/>
                </a:lnTo>
                <a:lnTo>
                  <a:pt x="16277" y="0"/>
                </a:lnTo>
                <a:close/>
              </a:path>
            </a:pathLst>
          </a:custGeom>
          <a:solidFill>
            <a:srgbClr val="FFFFFF">
              <a:alpha val="223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13" name="Google Shape;7213;p32"/>
          <p:cNvSpPr/>
          <p:nvPr/>
        </p:nvSpPr>
        <p:spPr>
          <a:xfrm rot="10800000" flipH="1">
            <a:off x="2873733" y="-54113"/>
            <a:ext cx="3454303" cy="1655352"/>
          </a:xfrm>
          <a:custGeom>
            <a:avLst/>
            <a:gdLst/>
            <a:ahLst/>
            <a:cxnLst/>
            <a:rect l="l" t="t" r="r" b="b"/>
            <a:pathLst>
              <a:path w="84265" h="40381" extrusionOk="0">
                <a:moveTo>
                  <a:pt x="80585" y="1"/>
                </a:moveTo>
                <a:lnTo>
                  <a:pt x="80137" y="40"/>
                </a:lnTo>
                <a:lnTo>
                  <a:pt x="79689" y="98"/>
                </a:lnTo>
                <a:lnTo>
                  <a:pt x="79261" y="196"/>
                </a:lnTo>
                <a:lnTo>
                  <a:pt x="78832" y="312"/>
                </a:lnTo>
                <a:lnTo>
                  <a:pt x="78404" y="449"/>
                </a:lnTo>
                <a:lnTo>
                  <a:pt x="77995" y="605"/>
                </a:lnTo>
                <a:lnTo>
                  <a:pt x="77586" y="799"/>
                </a:lnTo>
                <a:lnTo>
                  <a:pt x="77197" y="1013"/>
                </a:lnTo>
                <a:lnTo>
                  <a:pt x="76827" y="1266"/>
                </a:lnTo>
                <a:lnTo>
                  <a:pt x="76457" y="1520"/>
                </a:lnTo>
                <a:lnTo>
                  <a:pt x="76126" y="1812"/>
                </a:lnTo>
                <a:lnTo>
                  <a:pt x="75815" y="2123"/>
                </a:lnTo>
                <a:lnTo>
                  <a:pt x="75523" y="2454"/>
                </a:lnTo>
                <a:lnTo>
                  <a:pt x="75231" y="2785"/>
                </a:lnTo>
                <a:lnTo>
                  <a:pt x="74977" y="3155"/>
                </a:lnTo>
                <a:lnTo>
                  <a:pt x="74763" y="3525"/>
                </a:lnTo>
                <a:lnTo>
                  <a:pt x="74549" y="3914"/>
                </a:lnTo>
                <a:lnTo>
                  <a:pt x="74354" y="4323"/>
                </a:lnTo>
                <a:lnTo>
                  <a:pt x="74199" y="4732"/>
                </a:lnTo>
                <a:lnTo>
                  <a:pt x="74062" y="5141"/>
                </a:lnTo>
                <a:lnTo>
                  <a:pt x="73946" y="5569"/>
                </a:lnTo>
                <a:lnTo>
                  <a:pt x="73868" y="6017"/>
                </a:lnTo>
                <a:lnTo>
                  <a:pt x="73809" y="6445"/>
                </a:lnTo>
                <a:lnTo>
                  <a:pt x="73770" y="6893"/>
                </a:lnTo>
                <a:lnTo>
                  <a:pt x="73673" y="6465"/>
                </a:lnTo>
                <a:lnTo>
                  <a:pt x="73556" y="6056"/>
                </a:lnTo>
                <a:lnTo>
                  <a:pt x="73381" y="5667"/>
                </a:lnTo>
                <a:lnTo>
                  <a:pt x="73167" y="5297"/>
                </a:lnTo>
                <a:lnTo>
                  <a:pt x="72933" y="4927"/>
                </a:lnTo>
                <a:lnTo>
                  <a:pt x="72661" y="4596"/>
                </a:lnTo>
                <a:lnTo>
                  <a:pt x="72369" y="4284"/>
                </a:lnTo>
                <a:lnTo>
                  <a:pt x="72038" y="3992"/>
                </a:lnTo>
                <a:lnTo>
                  <a:pt x="71707" y="3720"/>
                </a:lnTo>
                <a:lnTo>
                  <a:pt x="71337" y="3486"/>
                </a:lnTo>
                <a:lnTo>
                  <a:pt x="70947" y="3272"/>
                </a:lnTo>
                <a:lnTo>
                  <a:pt x="70558" y="3097"/>
                </a:lnTo>
                <a:lnTo>
                  <a:pt x="70149" y="2960"/>
                </a:lnTo>
                <a:lnTo>
                  <a:pt x="69721" y="2863"/>
                </a:lnTo>
                <a:lnTo>
                  <a:pt x="69292" y="2785"/>
                </a:lnTo>
                <a:lnTo>
                  <a:pt x="68864" y="2746"/>
                </a:lnTo>
                <a:lnTo>
                  <a:pt x="68436" y="2766"/>
                </a:lnTo>
                <a:lnTo>
                  <a:pt x="68007" y="2805"/>
                </a:lnTo>
                <a:lnTo>
                  <a:pt x="67579" y="2882"/>
                </a:lnTo>
                <a:lnTo>
                  <a:pt x="67151" y="2980"/>
                </a:lnTo>
                <a:lnTo>
                  <a:pt x="66742" y="3136"/>
                </a:lnTo>
                <a:lnTo>
                  <a:pt x="66353" y="3311"/>
                </a:lnTo>
                <a:lnTo>
                  <a:pt x="65963" y="3505"/>
                </a:lnTo>
                <a:lnTo>
                  <a:pt x="65593" y="3739"/>
                </a:lnTo>
                <a:lnTo>
                  <a:pt x="65243" y="3992"/>
                </a:lnTo>
                <a:lnTo>
                  <a:pt x="64912" y="4265"/>
                </a:lnTo>
                <a:lnTo>
                  <a:pt x="64600" y="4557"/>
                </a:lnTo>
                <a:lnTo>
                  <a:pt x="64308" y="4888"/>
                </a:lnTo>
                <a:lnTo>
                  <a:pt x="64036" y="5238"/>
                </a:lnTo>
                <a:lnTo>
                  <a:pt x="63783" y="5589"/>
                </a:lnTo>
                <a:lnTo>
                  <a:pt x="63568" y="5959"/>
                </a:lnTo>
                <a:lnTo>
                  <a:pt x="63374" y="6368"/>
                </a:lnTo>
                <a:lnTo>
                  <a:pt x="63218" y="6757"/>
                </a:lnTo>
                <a:lnTo>
                  <a:pt x="63082" y="7166"/>
                </a:lnTo>
                <a:lnTo>
                  <a:pt x="62984" y="7594"/>
                </a:lnTo>
                <a:lnTo>
                  <a:pt x="62906" y="8022"/>
                </a:lnTo>
                <a:lnTo>
                  <a:pt x="62867" y="8451"/>
                </a:lnTo>
                <a:lnTo>
                  <a:pt x="62848" y="8879"/>
                </a:lnTo>
                <a:lnTo>
                  <a:pt x="62848" y="9327"/>
                </a:lnTo>
                <a:lnTo>
                  <a:pt x="62887" y="9755"/>
                </a:lnTo>
                <a:lnTo>
                  <a:pt x="62945" y="10184"/>
                </a:lnTo>
                <a:lnTo>
                  <a:pt x="63043" y="10612"/>
                </a:lnTo>
                <a:lnTo>
                  <a:pt x="63140" y="11040"/>
                </a:lnTo>
                <a:lnTo>
                  <a:pt x="63276" y="11449"/>
                </a:lnTo>
                <a:lnTo>
                  <a:pt x="63432" y="11858"/>
                </a:lnTo>
                <a:lnTo>
                  <a:pt x="63627" y="12247"/>
                </a:lnTo>
                <a:lnTo>
                  <a:pt x="63821" y="12637"/>
                </a:lnTo>
                <a:lnTo>
                  <a:pt x="64055" y="13007"/>
                </a:lnTo>
                <a:lnTo>
                  <a:pt x="64055" y="13007"/>
                </a:lnTo>
                <a:lnTo>
                  <a:pt x="63880" y="12851"/>
                </a:lnTo>
                <a:lnTo>
                  <a:pt x="63666" y="12734"/>
                </a:lnTo>
                <a:lnTo>
                  <a:pt x="63471" y="12637"/>
                </a:lnTo>
                <a:lnTo>
                  <a:pt x="63257" y="12578"/>
                </a:lnTo>
                <a:lnTo>
                  <a:pt x="63023" y="12520"/>
                </a:lnTo>
                <a:lnTo>
                  <a:pt x="62809" y="12500"/>
                </a:lnTo>
                <a:lnTo>
                  <a:pt x="62575" y="12500"/>
                </a:lnTo>
                <a:lnTo>
                  <a:pt x="62342" y="12539"/>
                </a:lnTo>
                <a:lnTo>
                  <a:pt x="62128" y="12578"/>
                </a:lnTo>
                <a:lnTo>
                  <a:pt x="61913" y="12656"/>
                </a:lnTo>
                <a:lnTo>
                  <a:pt x="61699" y="12753"/>
                </a:lnTo>
                <a:lnTo>
                  <a:pt x="61505" y="12870"/>
                </a:lnTo>
                <a:lnTo>
                  <a:pt x="61310" y="13007"/>
                </a:lnTo>
                <a:lnTo>
                  <a:pt x="61154" y="13162"/>
                </a:lnTo>
                <a:lnTo>
                  <a:pt x="60998" y="13338"/>
                </a:lnTo>
                <a:lnTo>
                  <a:pt x="60862" y="13532"/>
                </a:lnTo>
                <a:lnTo>
                  <a:pt x="60745" y="13299"/>
                </a:lnTo>
                <a:lnTo>
                  <a:pt x="60609" y="13084"/>
                </a:lnTo>
                <a:lnTo>
                  <a:pt x="60453" y="12870"/>
                </a:lnTo>
                <a:lnTo>
                  <a:pt x="60298" y="12676"/>
                </a:lnTo>
                <a:lnTo>
                  <a:pt x="60103" y="12500"/>
                </a:lnTo>
                <a:lnTo>
                  <a:pt x="59908" y="12345"/>
                </a:lnTo>
                <a:lnTo>
                  <a:pt x="59713" y="12189"/>
                </a:lnTo>
                <a:lnTo>
                  <a:pt x="59499" y="12053"/>
                </a:lnTo>
                <a:lnTo>
                  <a:pt x="59266" y="11916"/>
                </a:lnTo>
                <a:lnTo>
                  <a:pt x="59032" y="11819"/>
                </a:lnTo>
                <a:lnTo>
                  <a:pt x="58798" y="11741"/>
                </a:lnTo>
                <a:lnTo>
                  <a:pt x="58545" y="11663"/>
                </a:lnTo>
                <a:lnTo>
                  <a:pt x="58292" y="11605"/>
                </a:lnTo>
                <a:lnTo>
                  <a:pt x="58039" y="11585"/>
                </a:lnTo>
                <a:lnTo>
                  <a:pt x="57786" y="11566"/>
                </a:lnTo>
                <a:lnTo>
                  <a:pt x="57533" y="11585"/>
                </a:lnTo>
                <a:lnTo>
                  <a:pt x="57280" y="11605"/>
                </a:lnTo>
                <a:lnTo>
                  <a:pt x="57027" y="11663"/>
                </a:lnTo>
                <a:lnTo>
                  <a:pt x="56793" y="11722"/>
                </a:lnTo>
                <a:lnTo>
                  <a:pt x="56559" y="11819"/>
                </a:lnTo>
                <a:lnTo>
                  <a:pt x="56345" y="11916"/>
                </a:lnTo>
                <a:lnTo>
                  <a:pt x="56131" y="12033"/>
                </a:lnTo>
                <a:lnTo>
                  <a:pt x="55917" y="12169"/>
                </a:lnTo>
                <a:lnTo>
                  <a:pt x="55722" y="12325"/>
                </a:lnTo>
                <a:lnTo>
                  <a:pt x="55547" y="12481"/>
                </a:lnTo>
                <a:lnTo>
                  <a:pt x="55372" y="12676"/>
                </a:lnTo>
                <a:lnTo>
                  <a:pt x="55216" y="12851"/>
                </a:lnTo>
                <a:lnTo>
                  <a:pt x="55080" y="13065"/>
                </a:lnTo>
                <a:lnTo>
                  <a:pt x="54963" y="13279"/>
                </a:lnTo>
                <a:lnTo>
                  <a:pt x="54846" y="13493"/>
                </a:lnTo>
                <a:lnTo>
                  <a:pt x="54749" y="13727"/>
                </a:lnTo>
                <a:lnTo>
                  <a:pt x="54671" y="13980"/>
                </a:lnTo>
                <a:lnTo>
                  <a:pt x="54437" y="13727"/>
                </a:lnTo>
                <a:lnTo>
                  <a:pt x="54204" y="13474"/>
                </a:lnTo>
                <a:lnTo>
                  <a:pt x="53950" y="13260"/>
                </a:lnTo>
                <a:lnTo>
                  <a:pt x="53678" y="13026"/>
                </a:lnTo>
                <a:lnTo>
                  <a:pt x="53425" y="12812"/>
                </a:lnTo>
                <a:lnTo>
                  <a:pt x="53133" y="12617"/>
                </a:lnTo>
                <a:lnTo>
                  <a:pt x="52860" y="12423"/>
                </a:lnTo>
                <a:lnTo>
                  <a:pt x="52568" y="12247"/>
                </a:lnTo>
                <a:lnTo>
                  <a:pt x="52257" y="12092"/>
                </a:lnTo>
                <a:lnTo>
                  <a:pt x="51965" y="11936"/>
                </a:lnTo>
                <a:lnTo>
                  <a:pt x="51653" y="11780"/>
                </a:lnTo>
                <a:lnTo>
                  <a:pt x="51342" y="11663"/>
                </a:lnTo>
                <a:lnTo>
                  <a:pt x="51011" y="11527"/>
                </a:lnTo>
                <a:lnTo>
                  <a:pt x="50699" y="11430"/>
                </a:lnTo>
                <a:lnTo>
                  <a:pt x="50368" y="11332"/>
                </a:lnTo>
                <a:lnTo>
                  <a:pt x="50037" y="11235"/>
                </a:lnTo>
                <a:lnTo>
                  <a:pt x="49706" y="11176"/>
                </a:lnTo>
                <a:lnTo>
                  <a:pt x="49356" y="11118"/>
                </a:lnTo>
                <a:lnTo>
                  <a:pt x="49025" y="11060"/>
                </a:lnTo>
                <a:lnTo>
                  <a:pt x="48674" y="11021"/>
                </a:lnTo>
                <a:lnTo>
                  <a:pt x="48343" y="11001"/>
                </a:lnTo>
                <a:lnTo>
                  <a:pt x="47993" y="10982"/>
                </a:lnTo>
                <a:lnTo>
                  <a:pt x="47662" y="10982"/>
                </a:lnTo>
                <a:lnTo>
                  <a:pt x="47311" y="11001"/>
                </a:lnTo>
                <a:lnTo>
                  <a:pt x="46980" y="11040"/>
                </a:lnTo>
                <a:lnTo>
                  <a:pt x="46630" y="11079"/>
                </a:lnTo>
                <a:lnTo>
                  <a:pt x="46299" y="11118"/>
                </a:lnTo>
                <a:lnTo>
                  <a:pt x="45968" y="11196"/>
                </a:lnTo>
                <a:lnTo>
                  <a:pt x="45637" y="11274"/>
                </a:lnTo>
                <a:lnTo>
                  <a:pt x="45306" y="11371"/>
                </a:lnTo>
                <a:lnTo>
                  <a:pt x="44975" y="11469"/>
                </a:lnTo>
                <a:lnTo>
                  <a:pt x="44664" y="11605"/>
                </a:lnTo>
                <a:lnTo>
                  <a:pt x="44352" y="11741"/>
                </a:lnTo>
                <a:lnTo>
                  <a:pt x="44041" y="11877"/>
                </a:lnTo>
                <a:lnTo>
                  <a:pt x="43729" y="12053"/>
                </a:lnTo>
                <a:lnTo>
                  <a:pt x="43437" y="12208"/>
                </a:lnTo>
                <a:lnTo>
                  <a:pt x="43145" y="12403"/>
                </a:lnTo>
                <a:lnTo>
                  <a:pt x="42872" y="12598"/>
                </a:lnTo>
                <a:lnTo>
                  <a:pt x="42600" y="12812"/>
                </a:lnTo>
                <a:lnTo>
                  <a:pt x="42327" y="13026"/>
                </a:lnTo>
                <a:lnTo>
                  <a:pt x="42074" y="13260"/>
                </a:lnTo>
                <a:lnTo>
                  <a:pt x="41821" y="13493"/>
                </a:lnTo>
                <a:lnTo>
                  <a:pt x="41568" y="13727"/>
                </a:lnTo>
                <a:lnTo>
                  <a:pt x="41334" y="13980"/>
                </a:lnTo>
                <a:lnTo>
                  <a:pt x="41120" y="14253"/>
                </a:lnTo>
                <a:lnTo>
                  <a:pt x="40906" y="14525"/>
                </a:lnTo>
                <a:lnTo>
                  <a:pt x="40692" y="14798"/>
                </a:lnTo>
                <a:lnTo>
                  <a:pt x="40497" y="15090"/>
                </a:lnTo>
                <a:lnTo>
                  <a:pt x="40322" y="15382"/>
                </a:lnTo>
                <a:lnTo>
                  <a:pt x="40147" y="15674"/>
                </a:lnTo>
                <a:lnTo>
                  <a:pt x="39971" y="15985"/>
                </a:lnTo>
                <a:lnTo>
                  <a:pt x="39835" y="16297"/>
                </a:lnTo>
                <a:lnTo>
                  <a:pt x="39679" y="16608"/>
                </a:lnTo>
                <a:lnTo>
                  <a:pt x="39563" y="16939"/>
                </a:lnTo>
                <a:lnTo>
                  <a:pt x="39446" y="17251"/>
                </a:lnTo>
                <a:lnTo>
                  <a:pt x="39348" y="17582"/>
                </a:lnTo>
                <a:lnTo>
                  <a:pt x="39251" y="17913"/>
                </a:lnTo>
                <a:lnTo>
                  <a:pt x="39173" y="18244"/>
                </a:lnTo>
                <a:lnTo>
                  <a:pt x="39115" y="18594"/>
                </a:lnTo>
                <a:lnTo>
                  <a:pt x="39056" y="18925"/>
                </a:lnTo>
                <a:lnTo>
                  <a:pt x="39037" y="19276"/>
                </a:lnTo>
                <a:lnTo>
                  <a:pt x="39017" y="19607"/>
                </a:lnTo>
                <a:lnTo>
                  <a:pt x="38998" y="19957"/>
                </a:lnTo>
                <a:lnTo>
                  <a:pt x="39017" y="20288"/>
                </a:lnTo>
                <a:lnTo>
                  <a:pt x="38862" y="20171"/>
                </a:lnTo>
                <a:lnTo>
                  <a:pt x="38706" y="20055"/>
                </a:lnTo>
                <a:lnTo>
                  <a:pt x="38550" y="19957"/>
                </a:lnTo>
                <a:lnTo>
                  <a:pt x="38394" y="19860"/>
                </a:lnTo>
                <a:lnTo>
                  <a:pt x="38044" y="19704"/>
                </a:lnTo>
                <a:lnTo>
                  <a:pt x="37674" y="19587"/>
                </a:lnTo>
                <a:lnTo>
                  <a:pt x="37304" y="19529"/>
                </a:lnTo>
                <a:lnTo>
                  <a:pt x="36934" y="19490"/>
                </a:lnTo>
                <a:lnTo>
                  <a:pt x="36740" y="19509"/>
                </a:lnTo>
                <a:lnTo>
                  <a:pt x="36564" y="19509"/>
                </a:lnTo>
                <a:lnTo>
                  <a:pt x="36370" y="19548"/>
                </a:lnTo>
                <a:lnTo>
                  <a:pt x="36175" y="19587"/>
                </a:lnTo>
                <a:lnTo>
                  <a:pt x="35805" y="19704"/>
                </a:lnTo>
                <a:lnTo>
                  <a:pt x="35455" y="19840"/>
                </a:lnTo>
                <a:lnTo>
                  <a:pt x="35104" y="20035"/>
                </a:lnTo>
                <a:lnTo>
                  <a:pt x="34773" y="20269"/>
                </a:lnTo>
                <a:lnTo>
                  <a:pt x="34462" y="20522"/>
                </a:lnTo>
                <a:lnTo>
                  <a:pt x="34325" y="20678"/>
                </a:lnTo>
                <a:lnTo>
                  <a:pt x="34208" y="20814"/>
                </a:lnTo>
                <a:lnTo>
                  <a:pt x="34092" y="20970"/>
                </a:lnTo>
                <a:lnTo>
                  <a:pt x="33994" y="21145"/>
                </a:lnTo>
                <a:lnTo>
                  <a:pt x="33897" y="21301"/>
                </a:lnTo>
                <a:lnTo>
                  <a:pt x="33839" y="21476"/>
                </a:lnTo>
                <a:lnTo>
                  <a:pt x="33566" y="20970"/>
                </a:lnTo>
                <a:lnTo>
                  <a:pt x="33293" y="20483"/>
                </a:lnTo>
                <a:lnTo>
                  <a:pt x="32982" y="19996"/>
                </a:lnTo>
                <a:lnTo>
                  <a:pt x="32651" y="19529"/>
                </a:lnTo>
                <a:lnTo>
                  <a:pt x="32300" y="19081"/>
                </a:lnTo>
                <a:lnTo>
                  <a:pt x="31911" y="18653"/>
                </a:lnTo>
                <a:lnTo>
                  <a:pt x="31522" y="18244"/>
                </a:lnTo>
                <a:lnTo>
                  <a:pt x="31093" y="17854"/>
                </a:lnTo>
                <a:lnTo>
                  <a:pt x="30665" y="17504"/>
                </a:lnTo>
                <a:lnTo>
                  <a:pt x="30198" y="17154"/>
                </a:lnTo>
                <a:lnTo>
                  <a:pt x="29731" y="16823"/>
                </a:lnTo>
                <a:lnTo>
                  <a:pt x="29244" y="16531"/>
                </a:lnTo>
                <a:lnTo>
                  <a:pt x="28738" y="16258"/>
                </a:lnTo>
                <a:lnTo>
                  <a:pt x="28231" y="16024"/>
                </a:lnTo>
                <a:lnTo>
                  <a:pt x="27686" y="15791"/>
                </a:lnTo>
                <a:lnTo>
                  <a:pt x="27161" y="15616"/>
                </a:lnTo>
                <a:lnTo>
                  <a:pt x="26576" y="15440"/>
                </a:lnTo>
                <a:lnTo>
                  <a:pt x="25973" y="15304"/>
                </a:lnTo>
                <a:lnTo>
                  <a:pt x="25389" y="15207"/>
                </a:lnTo>
                <a:lnTo>
                  <a:pt x="24785" y="15148"/>
                </a:lnTo>
                <a:lnTo>
                  <a:pt x="23870" y="15148"/>
                </a:lnTo>
                <a:lnTo>
                  <a:pt x="23578" y="15168"/>
                </a:lnTo>
                <a:lnTo>
                  <a:pt x="23286" y="15207"/>
                </a:lnTo>
                <a:lnTo>
                  <a:pt x="22975" y="15265"/>
                </a:lnTo>
                <a:lnTo>
                  <a:pt x="22683" y="15323"/>
                </a:lnTo>
                <a:lnTo>
                  <a:pt x="22391" y="15401"/>
                </a:lnTo>
                <a:lnTo>
                  <a:pt x="22118" y="15479"/>
                </a:lnTo>
                <a:lnTo>
                  <a:pt x="21865" y="15577"/>
                </a:lnTo>
                <a:lnTo>
                  <a:pt x="21592" y="15693"/>
                </a:lnTo>
                <a:lnTo>
                  <a:pt x="21339" y="15810"/>
                </a:lnTo>
                <a:lnTo>
                  <a:pt x="21086" y="15946"/>
                </a:lnTo>
                <a:lnTo>
                  <a:pt x="20852" y="16083"/>
                </a:lnTo>
                <a:lnTo>
                  <a:pt x="20385" y="16394"/>
                </a:lnTo>
                <a:lnTo>
                  <a:pt x="19937" y="16745"/>
                </a:lnTo>
                <a:lnTo>
                  <a:pt x="19529" y="17134"/>
                </a:lnTo>
                <a:lnTo>
                  <a:pt x="19139" y="17543"/>
                </a:lnTo>
                <a:lnTo>
                  <a:pt x="18789" y="17991"/>
                </a:lnTo>
                <a:lnTo>
                  <a:pt x="18458" y="18458"/>
                </a:lnTo>
                <a:lnTo>
                  <a:pt x="18166" y="18945"/>
                </a:lnTo>
                <a:lnTo>
                  <a:pt x="17913" y="19451"/>
                </a:lnTo>
                <a:lnTo>
                  <a:pt x="17679" y="19977"/>
                </a:lnTo>
                <a:lnTo>
                  <a:pt x="17504" y="20522"/>
                </a:lnTo>
                <a:lnTo>
                  <a:pt x="17348" y="21086"/>
                </a:lnTo>
                <a:lnTo>
                  <a:pt x="17231" y="21632"/>
                </a:lnTo>
                <a:lnTo>
                  <a:pt x="17153" y="22196"/>
                </a:lnTo>
                <a:lnTo>
                  <a:pt x="17114" y="22780"/>
                </a:lnTo>
                <a:lnTo>
                  <a:pt x="17095" y="23345"/>
                </a:lnTo>
                <a:lnTo>
                  <a:pt x="17134" y="23910"/>
                </a:lnTo>
                <a:lnTo>
                  <a:pt x="17192" y="24474"/>
                </a:lnTo>
                <a:lnTo>
                  <a:pt x="17270" y="25019"/>
                </a:lnTo>
                <a:lnTo>
                  <a:pt x="17387" y="25584"/>
                </a:lnTo>
                <a:lnTo>
                  <a:pt x="17523" y="26129"/>
                </a:lnTo>
                <a:lnTo>
                  <a:pt x="17679" y="26674"/>
                </a:lnTo>
                <a:lnTo>
                  <a:pt x="17874" y="27200"/>
                </a:lnTo>
                <a:lnTo>
                  <a:pt x="18088" y="27745"/>
                </a:lnTo>
                <a:lnTo>
                  <a:pt x="18321" y="28251"/>
                </a:lnTo>
                <a:lnTo>
                  <a:pt x="18594" y="28757"/>
                </a:lnTo>
                <a:lnTo>
                  <a:pt x="18867" y="29264"/>
                </a:lnTo>
                <a:lnTo>
                  <a:pt x="19159" y="29750"/>
                </a:lnTo>
                <a:lnTo>
                  <a:pt x="19490" y="30218"/>
                </a:lnTo>
                <a:lnTo>
                  <a:pt x="19821" y="30685"/>
                </a:lnTo>
                <a:lnTo>
                  <a:pt x="19626" y="30510"/>
                </a:lnTo>
                <a:lnTo>
                  <a:pt x="19392" y="30373"/>
                </a:lnTo>
                <a:lnTo>
                  <a:pt x="19159" y="30276"/>
                </a:lnTo>
                <a:lnTo>
                  <a:pt x="18906" y="30198"/>
                </a:lnTo>
                <a:lnTo>
                  <a:pt x="18652" y="30140"/>
                </a:lnTo>
                <a:lnTo>
                  <a:pt x="18380" y="30120"/>
                </a:lnTo>
                <a:lnTo>
                  <a:pt x="18107" y="30120"/>
                </a:lnTo>
                <a:lnTo>
                  <a:pt x="17854" y="30140"/>
                </a:lnTo>
                <a:lnTo>
                  <a:pt x="17582" y="30198"/>
                </a:lnTo>
                <a:lnTo>
                  <a:pt x="17329" y="30257"/>
                </a:lnTo>
                <a:lnTo>
                  <a:pt x="17075" y="30334"/>
                </a:lnTo>
                <a:lnTo>
                  <a:pt x="16822" y="30432"/>
                </a:lnTo>
                <a:lnTo>
                  <a:pt x="16336" y="30626"/>
                </a:lnTo>
                <a:lnTo>
                  <a:pt x="15868" y="30860"/>
                </a:lnTo>
                <a:lnTo>
                  <a:pt x="15557" y="31016"/>
                </a:lnTo>
                <a:lnTo>
                  <a:pt x="15245" y="31191"/>
                </a:lnTo>
                <a:lnTo>
                  <a:pt x="14953" y="31386"/>
                </a:lnTo>
                <a:lnTo>
                  <a:pt x="14817" y="31483"/>
                </a:lnTo>
                <a:lnTo>
                  <a:pt x="14681" y="31600"/>
                </a:lnTo>
                <a:lnTo>
                  <a:pt x="14564" y="31717"/>
                </a:lnTo>
                <a:lnTo>
                  <a:pt x="14466" y="31873"/>
                </a:lnTo>
                <a:lnTo>
                  <a:pt x="14389" y="32028"/>
                </a:lnTo>
                <a:lnTo>
                  <a:pt x="14350" y="32184"/>
                </a:lnTo>
                <a:lnTo>
                  <a:pt x="14311" y="32359"/>
                </a:lnTo>
                <a:lnTo>
                  <a:pt x="14291" y="32534"/>
                </a:lnTo>
                <a:lnTo>
                  <a:pt x="14272" y="32729"/>
                </a:lnTo>
                <a:lnTo>
                  <a:pt x="14272" y="32904"/>
                </a:lnTo>
                <a:lnTo>
                  <a:pt x="14019" y="32710"/>
                </a:lnTo>
                <a:lnTo>
                  <a:pt x="13766" y="32554"/>
                </a:lnTo>
                <a:lnTo>
                  <a:pt x="13220" y="32242"/>
                </a:lnTo>
                <a:lnTo>
                  <a:pt x="12656" y="31970"/>
                </a:lnTo>
                <a:lnTo>
                  <a:pt x="12072" y="31736"/>
                </a:lnTo>
                <a:lnTo>
                  <a:pt x="11488" y="31542"/>
                </a:lnTo>
                <a:lnTo>
                  <a:pt x="10884" y="31405"/>
                </a:lnTo>
                <a:lnTo>
                  <a:pt x="10261" y="31288"/>
                </a:lnTo>
                <a:lnTo>
                  <a:pt x="9638" y="31230"/>
                </a:lnTo>
                <a:lnTo>
                  <a:pt x="9015" y="31191"/>
                </a:lnTo>
                <a:lnTo>
                  <a:pt x="8392" y="31211"/>
                </a:lnTo>
                <a:lnTo>
                  <a:pt x="7769" y="31269"/>
                </a:lnTo>
                <a:lnTo>
                  <a:pt x="7146" y="31366"/>
                </a:lnTo>
                <a:lnTo>
                  <a:pt x="6542" y="31503"/>
                </a:lnTo>
                <a:lnTo>
                  <a:pt x="5958" y="31697"/>
                </a:lnTo>
                <a:lnTo>
                  <a:pt x="5374" y="31911"/>
                </a:lnTo>
                <a:lnTo>
                  <a:pt x="5082" y="32048"/>
                </a:lnTo>
                <a:lnTo>
                  <a:pt x="4810" y="32184"/>
                </a:lnTo>
                <a:lnTo>
                  <a:pt x="4537" y="32340"/>
                </a:lnTo>
                <a:lnTo>
                  <a:pt x="4265" y="32496"/>
                </a:lnTo>
                <a:lnTo>
                  <a:pt x="3739" y="32846"/>
                </a:lnTo>
                <a:lnTo>
                  <a:pt x="3252" y="33235"/>
                </a:lnTo>
                <a:lnTo>
                  <a:pt x="2785" y="33664"/>
                </a:lnTo>
                <a:lnTo>
                  <a:pt x="2357" y="34112"/>
                </a:lnTo>
                <a:lnTo>
                  <a:pt x="1967" y="34579"/>
                </a:lnTo>
                <a:lnTo>
                  <a:pt x="1597" y="35085"/>
                </a:lnTo>
                <a:lnTo>
                  <a:pt x="1266" y="35611"/>
                </a:lnTo>
                <a:lnTo>
                  <a:pt x="955" y="36175"/>
                </a:lnTo>
                <a:lnTo>
                  <a:pt x="702" y="36740"/>
                </a:lnTo>
                <a:lnTo>
                  <a:pt x="487" y="37324"/>
                </a:lnTo>
                <a:lnTo>
                  <a:pt x="293" y="37908"/>
                </a:lnTo>
                <a:lnTo>
                  <a:pt x="156" y="38531"/>
                </a:lnTo>
                <a:lnTo>
                  <a:pt x="59" y="39135"/>
                </a:lnTo>
                <a:lnTo>
                  <a:pt x="1" y="39758"/>
                </a:lnTo>
                <a:lnTo>
                  <a:pt x="1" y="40069"/>
                </a:lnTo>
                <a:lnTo>
                  <a:pt x="1" y="40381"/>
                </a:lnTo>
                <a:lnTo>
                  <a:pt x="84264" y="37538"/>
                </a:lnTo>
                <a:lnTo>
                  <a:pt x="84050" y="702"/>
                </a:lnTo>
                <a:lnTo>
                  <a:pt x="83641" y="507"/>
                </a:lnTo>
                <a:lnTo>
                  <a:pt x="83233" y="371"/>
                </a:lnTo>
                <a:lnTo>
                  <a:pt x="82804" y="235"/>
                </a:lnTo>
                <a:lnTo>
                  <a:pt x="82356" y="137"/>
                </a:lnTo>
                <a:lnTo>
                  <a:pt x="81928" y="59"/>
                </a:lnTo>
                <a:lnTo>
                  <a:pt x="81480" y="20"/>
                </a:lnTo>
                <a:lnTo>
                  <a:pt x="81032" y="1"/>
                </a:lnTo>
                <a:close/>
              </a:path>
            </a:pathLst>
          </a:custGeom>
          <a:solidFill>
            <a:srgbClr val="FFFFFF">
              <a:alpha val="223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14" name="Google Shape;7214;p32"/>
          <p:cNvSpPr/>
          <p:nvPr/>
        </p:nvSpPr>
        <p:spPr>
          <a:xfrm rot="-5400000">
            <a:off x="11026669" y="228428"/>
            <a:ext cx="2186092" cy="1207581"/>
          </a:xfrm>
          <a:custGeom>
            <a:avLst/>
            <a:gdLst/>
            <a:ahLst/>
            <a:cxnLst/>
            <a:rect l="l" t="t" r="r" b="b"/>
            <a:pathLst>
              <a:path w="53328" h="29458" extrusionOk="0">
                <a:moveTo>
                  <a:pt x="20288" y="0"/>
                </a:moveTo>
                <a:lnTo>
                  <a:pt x="19957" y="20"/>
                </a:lnTo>
                <a:lnTo>
                  <a:pt x="19626" y="39"/>
                </a:lnTo>
                <a:lnTo>
                  <a:pt x="19295" y="78"/>
                </a:lnTo>
                <a:lnTo>
                  <a:pt x="18964" y="137"/>
                </a:lnTo>
                <a:lnTo>
                  <a:pt x="18633" y="195"/>
                </a:lnTo>
                <a:lnTo>
                  <a:pt x="18302" y="273"/>
                </a:lnTo>
                <a:lnTo>
                  <a:pt x="17991" y="351"/>
                </a:lnTo>
                <a:lnTo>
                  <a:pt x="17660" y="448"/>
                </a:lnTo>
                <a:lnTo>
                  <a:pt x="17348" y="565"/>
                </a:lnTo>
                <a:lnTo>
                  <a:pt x="17037" y="682"/>
                </a:lnTo>
                <a:lnTo>
                  <a:pt x="16725" y="818"/>
                </a:lnTo>
                <a:lnTo>
                  <a:pt x="16433" y="954"/>
                </a:lnTo>
                <a:lnTo>
                  <a:pt x="16141" y="1110"/>
                </a:lnTo>
                <a:lnTo>
                  <a:pt x="15849" y="1285"/>
                </a:lnTo>
                <a:lnTo>
                  <a:pt x="15557" y="1461"/>
                </a:lnTo>
                <a:lnTo>
                  <a:pt x="15284" y="1655"/>
                </a:lnTo>
                <a:lnTo>
                  <a:pt x="15031" y="1850"/>
                </a:lnTo>
                <a:lnTo>
                  <a:pt x="14545" y="2259"/>
                </a:lnTo>
                <a:lnTo>
                  <a:pt x="14077" y="2707"/>
                </a:lnTo>
                <a:lnTo>
                  <a:pt x="13669" y="3174"/>
                </a:lnTo>
                <a:lnTo>
                  <a:pt x="13279" y="3680"/>
                </a:lnTo>
                <a:lnTo>
                  <a:pt x="12909" y="4206"/>
                </a:lnTo>
                <a:lnTo>
                  <a:pt x="12578" y="4751"/>
                </a:lnTo>
                <a:lnTo>
                  <a:pt x="12286" y="5296"/>
                </a:lnTo>
                <a:lnTo>
                  <a:pt x="11994" y="5880"/>
                </a:lnTo>
                <a:lnTo>
                  <a:pt x="11741" y="6484"/>
                </a:lnTo>
                <a:lnTo>
                  <a:pt x="11527" y="7087"/>
                </a:lnTo>
                <a:lnTo>
                  <a:pt x="11313" y="7691"/>
                </a:lnTo>
                <a:lnTo>
                  <a:pt x="11118" y="8333"/>
                </a:lnTo>
                <a:lnTo>
                  <a:pt x="10962" y="8956"/>
                </a:lnTo>
                <a:lnTo>
                  <a:pt x="10807" y="9599"/>
                </a:lnTo>
                <a:lnTo>
                  <a:pt x="10690" y="10222"/>
                </a:lnTo>
                <a:lnTo>
                  <a:pt x="10573" y="10864"/>
                </a:lnTo>
                <a:lnTo>
                  <a:pt x="10534" y="10670"/>
                </a:lnTo>
                <a:lnTo>
                  <a:pt x="10456" y="10494"/>
                </a:lnTo>
                <a:lnTo>
                  <a:pt x="10398" y="10319"/>
                </a:lnTo>
                <a:lnTo>
                  <a:pt x="10300" y="10144"/>
                </a:lnTo>
                <a:lnTo>
                  <a:pt x="10203" y="9988"/>
                </a:lnTo>
                <a:lnTo>
                  <a:pt x="10086" y="9832"/>
                </a:lnTo>
                <a:lnTo>
                  <a:pt x="9969" y="9677"/>
                </a:lnTo>
                <a:lnTo>
                  <a:pt x="9833" y="9540"/>
                </a:lnTo>
                <a:lnTo>
                  <a:pt x="9677" y="9404"/>
                </a:lnTo>
                <a:lnTo>
                  <a:pt x="9522" y="9287"/>
                </a:lnTo>
                <a:lnTo>
                  <a:pt x="9366" y="9190"/>
                </a:lnTo>
                <a:lnTo>
                  <a:pt x="9191" y="9093"/>
                </a:lnTo>
                <a:lnTo>
                  <a:pt x="9015" y="9015"/>
                </a:lnTo>
                <a:lnTo>
                  <a:pt x="8840" y="8956"/>
                </a:lnTo>
                <a:lnTo>
                  <a:pt x="8645" y="8898"/>
                </a:lnTo>
                <a:lnTo>
                  <a:pt x="8470" y="8878"/>
                </a:lnTo>
                <a:lnTo>
                  <a:pt x="8275" y="8859"/>
                </a:lnTo>
                <a:lnTo>
                  <a:pt x="7886" y="8859"/>
                </a:lnTo>
                <a:lnTo>
                  <a:pt x="7691" y="8898"/>
                </a:lnTo>
                <a:lnTo>
                  <a:pt x="7516" y="8937"/>
                </a:lnTo>
                <a:lnTo>
                  <a:pt x="7321" y="8995"/>
                </a:lnTo>
                <a:lnTo>
                  <a:pt x="7146" y="9073"/>
                </a:lnTo>
                <a:lnTo>
                  <a:pt x="6971" y="9151"/>
                </a:lnTo>
                <a:lnTo>
                  <a:pt x="6796" y="9248"/>
                </a:lnTo>
                <a:lnTo>
                  <a:pt x="6640" y="9365"/>
                </a:lnTo>
                <a:lnTo>
                  <a:pt x="6484" y="9482"/>
                </a:lnTo>
                <a:lnTo>
                  <a:pt x="6348" y="9599"/>
                </a:lnTo>
                <a:lnTo>
                  <a:pt x="6212" y="9755"/>
                </a:lnTo>
                <a:lnTo>
                  <a:pt x="6095" y="9891"/>
                </a:lnTo>
                <a:lnTo>
                  <a:pt x="5998" y="10066"/>
                </a:lnTo>
                <a:lnTo>
                  <a:pt x="5900" y="10222"/>
                </a:lnTo>
                <a:lnTo>
                  <a:pt x="5706" y="10144"/>
                </a:lnTo>
                <a:lnTo>
                  <a:pt x="5511" y="10086"/>
                </a:lnTo>
                <a:lnTo>
                  <a:pt x="5316" y="10066"/>
                </a:lnTo>
                <a:lnTo>
                  <a:pt x="5121" y="10086"/>
                </a:lnTo>
                <a:lnTo>
                  <a:pt x="4927" y="10125"/>
                </a:lnTo>
                <a:lnTo>
                  <a:pt x="4732" y="10183"/>
                </a:lnTo>
                <a:lnTo>
                  <a:pt x="4537" y="10280"/>
                </a:lnTo>
                <a:lnTo>
                  <a:pt x="4362" y="10378"/>
                </a:lnTo>
                <a:lnTo>
                  <a:pt x="4206" y="10514"/>
                </a:lnTo>
                <a:lnTo>
                  <a:pt x="4070" y="10670"/>
                </a:lnTo>
                <a:lnTo>
                  <a:pt x="3934" y="10825"/>
                </a:lnTo>
                <a:lnTo>
                  <a:pt x="3836" y="11001"/>
                </a:lnTo>
                <a:lnTo>
                  <a:pt x="3759" y="11176"/>
                </a:lnTo>
                <a:lnTo>
                  <a:pt x="3720" y="11371"/>
                </a:lnTo>
                <a:lnTo>
                  <a:pt x="3700" y="11585"/>
                </a:lnTo>
                <a:lnTo>
                  <a:pt x="3720" y="11779"/>
                </a:lnTo>
                <a:lnTo>
                  <a:pt x="3720" y="11779"/>
                </a:lnTo>
                <a:lnTo>
                  <a:pt x="3505" y="11663"/>
                </a:lnTo>
                <a:lnTo>
                  <a:pt x="3252" y="11585"/>
                </a:lnTo>
                <a:lnTo>
                  <a:pt x="3019" y="11526"/>
                </a:lnTo>
                <a:lnTo>
                  <a:pt x="2766" y="11487"/>
                </a:lnTo>
                <a:lnTo>
                  <a:pt x="2513" y="11487"/>
                </a:lnTo>
                <a:lnTo>
                  <a:pt x="2259" y="11507"/>
                </a:lnTo>
                <a:lnTo>
                  <a:pt x="2006" y="11546"/>
                </a:lnTo>
                <a:lnTo>
                  <a:pt x="1773" y="11604"/>
                </a:lnTo>
                <a:lnTo>
                  <a:pt x="1520" y="11702"/>
                </a:lnTo>
                <a:lnTo>
                  <a:pt x="1305" y="11799"/>
                </a:lnTo>
                <a:lnTo>
                  <a:pt x="1072" y="11935"/>
                </a:lnTo>
                <a:lnTo>
                  <a:pt x="877" y="12071"/>
                </a:lnTo>
                <a:lnTo>
                  <a:pt x="682" y="12247"/>
                </a:lnTo>
                <a:lnTo>
                  <a:pt x="507" y="12422"/>
                </a:lnTo>
                <a:lnTo>
                  <a:pt x="371" y="12636"/>
                </a:lnTo>
                <a:lnTo>
                  <a:pt x="235" y="12850"/>
                </a:lnTo>
                <a:lnTo>
                  <a:pt x="137" y="13084"/>
                </a:lnTo>
                <a:lnTo>
                  <a:pt x="59" y="13318"/>
                </a:lnTo>
                <a:lnTo>
                  <a:pt x="20" y="13571"/>
                </a:lnTo>
                <a:lnTo>
                  <a:pt x="1" y="13824"/>
                </a:lnTo>
                <a:lnTo>
                  <a:pt x="1" y="14077"/>
                </a:lnTo>
                <a:lnTo>
                  <a:pt x="40" y="14330"/>
                </a:lnTo>
                <a:lnTo>
                  <a:pt x="79" y="14564"/>
                </a:lnTo>
                <a:lnTo>
                  <a:pt x="157" y="14817"/>
                </a:lnTo>
                <a:lnTo>
                  <a:pt x="254" y="15050"/>
                </a:lnTo>
                <a:lnTo>
                  <a:pt x="371" y="15264"/>
                </a:lnTo>
                <a:lnTo>
                  <a:pt x="507" y="15479"/>
                </a:lnTo>
                <a:lnTo>
                  <a:pt x="682" y="15693"/>
                </a:lnTo>
                <a:lnTo>
                  <a:pt x="858" y="15868"/>
                </a:lnTo>
                <a:lnTo>
                  <a:pt x="1033" y="16024"/>
                </a:lnTo>
                <a:lnTo>
                  <a:pt x="1247" y="16160"/>
                </a:lnTo>
                <a:lnTo>
                  <a:pt x="1481" y="16277"/>
                </a:lnTo>
                <a:lnTo>
                  <a:pt x="1325" y="16413"/>
                </a:lnTo>
                <a:lnTo>
                  <a:pt x="1189" y="16549"/>
                </a:lnTo>
                <a:lnTo>
                  <a:pt x="1072" y="16705"/>
                </a:lnTo>
                <a:lnTo>
                  <a:pt x="974" y="16880"/>
                </a:lnTo>
                <a:lnTo>
                  <a:pt x="877" y="17056"/>
                </a:lnTo>
                <a:lnTo>
                  <a:pt x="799" y="17231"/>
                </a:lnTo>
                <a:lnTo>
                  <a:pt x="721" y="17426"/>
                </a:lnTo>
                <a:lnTo>
                  <a:pt x="682" y="17620"/>
                </a:lnTo>
                <a:lnTo>
                  <a:pt x="643" y="17815"/>
                </a:lnTo>
                <a:lnTo>
                  <a:pt x="624" y="18010"/>
                </a:lnTo>
                <a:lnTo>
                  <a:pt x="605" y="18204"/>
                </a:lnTo>
                <a:lnTo>
                  <a:pt x="624" y="18399"/>
                </a:lnTo>
                <a:lnTo>
                  <a:pt x="643" y="18594"/>
                </a:lnTo>
                <a:lnTo>
                  <a:pt x="682" y="18788"/>
                </a:lnTo>
                <a:lnTo>
                  <a:pt x="741" y="18983"/>
                </a:lnTo>
                <a:lnTo>
                  <a:pt x="819" y="19178"/>
                </a:lnTo>
                <a:lnTo>
                  <a:pt x="916" y="19353"/>
                </a:lnTo>
                <a:lnTo>
                  <a:pt x="1033" y="19509"/>
                </a:lnTo>
                <a:lnTo>
                  <a:pt x="1150" y="19665"/>
                </a:lnTo>
                <a:lnTo>
                  <a:pt x="1286" y="19820"/>
                </a:lnTo>
                <a:lnTo>
                  <a:pt x="1422" y="19957"/>
                </a:lnTo>
                <a:lnTo>
                  <a:pt x="1578" y="20073"/>
                </a:lnTo>
                <a:lnTo>
                  <a:pt x="1753" y="20190"/>
                </a:lnTo>
                <a:lnTo>
                  <a:pt x="1928" y="20288"/>
                </a:lnTo>
                <a:lnTo>
                  <a:pt x="2104" y="20365"/>
                </a:lnTo>
                <a:lnTo>
                  <a:pt x="2298" y="20424"/>
                </a:lnTo>
                <a:lnTo>
                  <a:pt x="2474" y="20482"/>
                </a:lnTo>
                <a:lnTo>
                  <a:pt x="2668" y="20521"/>
                </a:lnTo>
                <a:lnTo>
                  <a:pt x="2863" y="20541"/>
                </a:lnTo>
                <a:lnTo>
                  <a:pt x="3077" y="20560"/>
                </a:lnTo>
                <a:lnTo>
                  <a:pt x="3272" y="20541"/>
                </a:lnTo>
                <a:lnTo>
                  <a:pt x="3467" y="20521"/>
                </a:lnTo>
                <a:lnTo>
                  <a:pt x="3739" y="20988"/>
                </a:lnTo>
                <a:lnTo>
                  <a:pt x="4031" y="21436"/>
                </a:lnTo>
                <a:lnTo>
                  <a:pt x="4382" y="21865"/>
                </a:lnTo>
                <a:lnTo>
                  <a:pt x="4752" y="22273"/>
                </a:lnTo>
                <a:lnTo>
                  <a:pt x="5141" y="22663"/>
                </a:lnTo>
                <a:lnTo>
                  <a:pt x="5569" y="23013"/>
                </a:lnTo>
                <a:lnTo>
                  <a:pt x="5998" y="23364"/>
                </a:lnTo>
                <a:lnTo>
                  <a:pt x="6465" y="23675"/>
                </a:lnTo>
                <a:lnTo>
                  <a:pt x="6952" y="23987"/>
                </a:lnTo>
                <a:lnTo>
                  <a:pt x="7438" y="24279"/>
                </a:lnTo>
                <a:lnTo>
                  <a:pt x="7945" y="24551"/>
                </a:lnTo>
                <a:lnTo>
                  <a:pt x="8451" y="24805"/>
                </a:lnTo>
                <a:lnTo>
                  <a:pt x="8957" y="25038"/>
                </a:lnTo>
                <a:lnTo>
                  <a:pt x="9483" y="25272"/>
                </a:lnTo>
                <a:lnTo>
                  <a:pt x="10514" y="25700"/>
                </a:lnTo>
                <a:lnTo>
                  <a:pt x="11371" y="26031"/>
                </a:lnTo>
                <a:lnTo>
                  <a:pt x="12247" y="26343"/>
                </a:lnTo>
                <a:lnTo>
                  <a:pt x="13143" y="26635"/>
                </a:lnTo>
                <a:lnTo>
                  <a:pt x="14019" y="26927"/>
                </a:lnTo>
                <a:lnTo>
                  <a:pt x="14915" y="27199"/>
                </a:lnTo>
                <a:lnTo>
                  <a:pt x="15810" y="27452"/>
                </a:lnTo>
                <a:lnTo>
                  <a:pt x="16706" y="27686"/>
                </a:lnTo>
                <a:lnTo>
                  <a:pt x="17601" y="27920"/>
                </a:lnTo>
                <a:lnTo>
                  <a:pt x="18516" y="28134"/>
                </a:lnTo>
                <a:lnTo>
                  <a:pt x="19431" y="28328"/>
                </a:lnTo>
                <a:lnTo>
                  <a:pt x="20347" y="28504"/>
                </a:lnTo>
                <a:lnTo>
                  <a:pt x="21262" y="28659"/>
                </a:lnTo>
                <a:lnTo>
                  <a:pt x="22177" y="28815"/>
                </a:lnTo>
                <a:lnTo>
                  <a:pt x="23092" y="28952"/>
                </a:lnTo>
                <a:lnTo>
                  <a:pt x="24026" y="29068"/>
                </a:lnTo>
                <a:lnTo>
                  <a:pt x="24941" y="29166"/>
                </a:lnTo>
                <a:lnTo>
                  <a:pt x="25876" y="29244"/>
                </a:lnTo>
                <a:lnTo>
                  <a:pt x="26810" y="29321"/>
                </a:lnTo>
                <a:lnTo>
                  <a:pt x="27725" y="29380"/>
                </a:lnTo>
                <a:lnTo>
                  <a:pt x="28660" y="29419"/>
                </a:lnTo>
                <a:lnTo>
                  <a:pt x="29595" y="29438"/>
                </a:lnTo>
                <a:lnTo>
                  <a:pt x="30529" y="29458"/>
                </a:lnTo>
                <a:lnTo>
                  <a:pt x="31444" y="29458"/>
                </a:lnTo>
                <a:lnTo>
                  <a:pt x="32379" y="29419"/>
                </a:lnTo>
                <a:lnTo>
                  <a:pt x="33313" y="29380"/>
                </a:lnTo>
                <a:lnTo>
                  <a:pt x="34248" y="29341"/>
                </a:lnTo>
                <a:lnTo>
                  <a:pt x="35163" y="29263"/>
                </a:lnTo>
                <a:lnTo>
                  <a:pt x="36097" y="29185"/>
                </a:lnTo>
                <a:lnTo>
                  <a:pt x="37032" y="29088"/>
                </a:lnTo>
                <a:lnTo>
                  <a:pt x="37947" y="28971"/>
                </a:lnTo>
                <a:lnTo>
                  <a:pt x="38862" y="28835"/>
                </a:lnTo>
                <a:lnTo>
                  <a:pt x="39796" y="28679"/>
                </a:lnTo>
                <a:lnTo>
                  <a:pt x="40303" y="28601"/>
                </a:lnTo>
                <a:lnTo>
                  <a:pt x="40809" y="28504"/>
                </a:lnTo>
                <a:lnTo>
                  <a:pt x="41315" y="28387"/>
                </a:lnTo>
                <a:lnTo>
                  <a:pt x="41802" y="28251"/>
                </a:lnTo>
                <a:lnTo>
                  <a:pt x="42289" y="28095"/>
                </a:lnTo>
                <a:lnTo>
                  <a:pt x="42775" y="27900"/>
                </a:lnTo>
                <a:lnTo>
                  <a:pt x="43243" y="27686"/>
                </a:lnTo>
                <a:lnTo>
                  <a:pt x="43690" y="27433"/>
                </a:lnTo>
                <a:lnTo>
                  <a:pt x="44041" y="27180"/>
                </a:lnTo>
                <a:lnTo>
                  <a:pt x="44391" y="26907"/>
                </a:lnTo>
                <a:lnTo>
                  <a:pt x="44722" y="26635"/>
                </a:lnTo>
                <a:lnTo>
                  <a:pt x="45034" y="26323"/>
                </a:lnTo>
                <a:lnTo>
                  <a:pt x="45345" y="26012"/>
                </a:lnTo>
                <a:lnTo>
                  <a:pt x="45637" y="25681"/>
                </a:lnTo>
                <a:lnTo>
                  <a:pt x="46221" y="24999"/>
                </a:lnTo>
                <a:lnTo>
                  <a:pt x="46591" y="24571"/>
                </a:lnTo>
                <a:lnTo>
                  <a:pt x="46981" y="24162"/>
                </a:lnTo>
                <a:lnTo>
                  <a:pt x="47390" y="23753"/>
                </a:lnTo>
                <a:lnTo>
                  <a:pt x="47798" y="23344"/>
                </a:lnTo>
                <a:lnTo>
                  <a:pt x="48616" y="22566"/>
                </a:lnTo>
                <a:lnTo>
                  <a:pt x="49473" y="21787"/>
                </a:lnTo>
                <a:lnTo>
                  <a:pt x="50310" y="20988"/>
                </a:lnTo>
                <a:lnTo>
                  <a:pt x="50719" y="20580"/>
                </a:lnTo>
                <a:lnTo>
                  <a:pt x="51108" y="20171"/>
                </a:lnTo>
                <a:lnTo>
                  <a:pt x="51498" y="19762"/>
                </a:lnTo>
                <a:lnTo>
                  <a:pt x="51868" y="19334"/>
                </a:lnTo>
                <a:lnTo>
                  <a:pt x="52237" y="18886"/>
                </a:lnTo>
                <a:lnTo>
                  <a:pt x="52568" y="18438"/>
                </a:lnTo>
                <a:lnTo>
                  <a:pt x="52783" y="18126"/>
                </a:lnTo>
                <a:lnTo>
                  <a:pt x="52958" y="17776"/>
                </a:lnTo>
                <a:lnTo>
                  <a:pt x="53094" y="17426"/>
                </a:lnTo>
                <a:lnTo>
                  <a:pt x="53191" y="17056"/>
                </a:lnTo>
                <a:lnTo>
                  <a:pt x="53269" y="16686"/>
                </a:lnTo>
                <a:lnTo>
                  <a:pt x="53308" y="16296"/>
                </a:lnTo>
                <a:lnTo>
                  <a:pt x="53328" y="15907"/>
                </a:lnTo>
                <a:lnTo>
                  <a:pt x="53289" y="15518"/>
                </a:lnTo>
                <a:lnTo>
                  <a:pt x="53230" y="15148"/>
                </a:lnTo>
                <a:lnTo>
                  <a:pt x="53153" y="14778"/>
                </a:lnTo>
                <a:lnTo>
                  <a:pt x="53016" y="14408"/>
                </a:lnTo>
                <a:lnTo>
                  <a:pt x="52880" y="14057"/>
                </a:lnTo>
                <a:lnTo>
                  <a:pt x="52685" y="13726"/>
                </a:lnTo>
                <a:lnTo>
                  <a:pt x="52471" y="13395"/>
                </a:lnTo>
                <a:lnTo>
                  <a:pt x="52237" y="13103"/>
                </a:lnTo>
                <a:lnTo>
                  <a:pt x="51965" y="12831"/>
                </a:lnTo>
                <a:lnTo>
                  <a:pt x="51653" y="12597"/>
                </a:lnTo>
                <a:lnTo>
                  <a:pt x="51342" y="12383"/>
                </a:lnTo>
                <a:lnTo>
                  <a:pt x="50991" y="12208"/>
                </a:lnTo>
                <a:lnTo>
                  <a:pt x="50641" y="12071"/>
                </a:lnTo>
                <a:lnTo>
                  <a:pt x="50271" y="11955"/>
                </a:lnTo>
                <a:lnTo>
                  <a:pt x="49901" y="11877"/>
                </a:lnTo>
                <a:lnTo>
                  <a:pt x="49512" y="11818"/>
                </a:lnTo>
                <a:lnTo>
                  <a:pt x="49142" y="11818"/>
                </a:lnTo>
                <a:lnTo>
                  <a:pt x="48752" y="11838"/>
                </a:lnTo>
                <a:lnTo>
                  <a:pt x="48363" y="11877"/>
                </a:lnTo>
                <a:lnTo>
                  <a:pt x="47993" y="11955"/>
                </a:lnTo>
                <a:lnTo>
                  <a:pt x="47623" y="12071"/>
                </a:lnTo>
                <a:lnTo>
                  <a:pt x="47273" y="12227"/>
                </a:lnTo>
                <a:lnTo>
                  <a:pt x="46942" y="12402"/>
                </a:lnTo>
                <a:lnTo>
                  <a:pt x="46611" y="12617"/>
                </a:lnTo>
                <a:lnTo>
                  <a:pt x="46319" y="12850"/>
                </a:lnTo>
                <a:lnTo>
                  <a:pt x="46319" y="12636"/>
                </a:lnTo>
                <a:lnTo>
                  <a:pt x="46299" y="12441"/>
                </a:lnTo>
                <a:lnTo>
                  <a:pt x="46241" y="12247"/>
                </a:lnTo>
                <a:lnTo>
                  <a:pt x="46144" y="12052"/>
                </a:lnTo>
                <a:lnTo>
                  <a:pt x="46027" y="11877"/>
                </a:lnTo>
                <a:lnTo>
                  <a:pt x="45871" y="11721"/>
                </a:lnTo>
                <a:lnTo>
                  <a:pt x="45715" y="11585"/>
                </a:lnTo>
                <a:lnTo>
                  <a:pt x="45540" y="11468"/>
                </a:lnTo>
                <a:lnTo>
                  <a:pt x="45345" y="11371"/>
                </a:lnTo>
                <a:lnTo>
                  <a:pt x="45151" y="11293"/>
                </a:lnTo>
                <a:lnTo>
                  <a:pt x="44936" y="11254"/>
                </a:lnTo>
                <a:lnTo>
                  <a:pt x="44722" y="11234"/>
                </a:lnTo>
                <a:lnTo>
                  <a:pt x="44528" y="11234"/>
                </a:lnTo>
                <a:lnTo>
                  <a:pt x="44313" y="11273"/>
                </a:lnTo>
                <a:lnTo>
                  <a:pt x="44119" y="11351"/>
                </a:lnTo>
                <a:lnTo>
                  <a:pt x="43943" y="11468"/>
                </a:lnTo>
                <a:lnTo>
                  <a:pt x="43749" y="10494"/>
                </a:lnTo>
                <a:lnTo>
                  <a:pt x="43651" y="10008"/>
                </a:lnTo>
                <a:lnTo>
                  <a:pt x="43535" y="9521"/>
                </a:lnTo>
                <a:lnTo>
                  <a:pt x="43398" y="9034"/>
                </a:lnTo>
                <a:lnTo>
                  <a:pt x="43243" y="8567"/>
                </a:lnTo>
                <a:lnTo>
                  <a:pt x="43048" y="8100"/>
                </a:lnTo>
                <a:lnTo>
                  <a:pt x="42834" y="7652"/>
                </a:lnTo>
                <a:lnTo>
                  <a:pt x="42581" y="7224"/>
                </a:lnTo>
                <a:lnTo>
                  <a:pt x="42289" y="6815"/>
                </a:lnTo>
                <a:lnTo>
                  <a:pt x="42133" y="6620"/>
                </a:lnTo>
                <a:lnTo>
                  <a:pt x="41977" y="6445"/>
                </a:lnTo>
                <a:lnTo>
                  <a:pt x="41782" y="6270"/>
                </a:lnTo>
                <a:lnTo>
                  <a:pt x="41607" y="6094"/>
                </a:lnTo>
                <a:lnTo>
                  <a:pt x="41412" y="5939"/>
                </a:lnTo>
                <a:lnTo>
                  <a:pt x="41218" y="5802"/>
                </a:lnTo>
                <a:lnTo>
                  <a:pt x="41004" y="5666"/>
                </a:lnTo>
                <a:lnTo>
                  <a:pt x="40789" y="5549"/>
                </a:lnTo>
                <a:lnTo>
                  <a:pt x="40556" y="5452"/>
                </a:lnTo>
                <a:lnTo>
                  <a:pt x="40342" y="5355"/>
                </a:lnTo>
                <a:lnTo>
                  <a:pt x="40108" y="5277"/>
                </a:lnTo>
                <a:lnTo>
                  <a:pt x="39855" y="5238"/>
                </a:lnTo>
                <a:lnTo>
                  <a:pt x="39524" y="5199"/>
                </a:lnTo>
                <a:lnTo>
                  <a:pt x="39193" y="5179"/>
                </a:lnTo>
                <a:lnTo>
                  <a:pt x="38862" y="5218"/>
                </a:lnTo>
                <a:lnTo>
                  <a:pt x="38550" y="5257"/>
                </a:lnTo>
                <a:lnTo>
                  <a:pt x="38239" y="5355"/>
                </a:lnTo>
                <a:lnTo>
                  <a:pt x="37927" y="5471"/>
                </a:lnTo>
                <a:lnTo>
                  <a:pt x="37616" y="5608"/>
                </a:lnTo>
                <a:lnTo>
                  <a:pt x="37324" y="5763"/>
                </a:lnTo>
                <a:lnTo>
                  <a:pt x="37051" y="5939"/>
                </a:lnTo>
                <a:lnTo>
                  <a:pt x="36779" y="6153"/>
                </a:lnTo>
                <a:lnTo>
                  <a:pt x="36526" y="6367"/>
                </a:lnTo>
                <a:lnTo>
                  <a:pt x="36273" y="6620"/>
                </a:lnTo>
                <a:lnTo>
                  <a:pt x="36039" y="6873"/>
                </a:lnTo>
                <a:lnTo>
                  <a:pt x="35844" y="7146"/>
                </a:lnTo>
                <a:lnTo>
                  <a:pt x="35650" y="7418"/>
                </a:lnTo>
                <a:lnTo>
                  <a:pt x="35474" y="7710"/>
                </a:lnTo>
                <a:lnTo>
                  <a:pt x="35319" y="8002"/>
                </a:lnTo>
                <a:lnTo>
                  <a:pt x="35182" y="8314"/>
                </a:lnTo>
                <a:lnTo>
                  <a:pt x="35065" y="8625"/>
                </a:lnTo>
                <a:lnTo>
                  <a:pt x="34949" y="8937"/>
                </a:lnTo>
                <a:lnTo>
                  <a:pt x="34851" y="9248"/>
                </a:lnTo>
                <a:lnTo>
                  <a:pt x="34773" y="9579"/>
                </a:lnTo>
                <a:lnTo>
                  <a:pt x="34637" y="10222"/>
                </a:lnTo>
                <a:lnTo>
                  <a:pt x="34540" y="10903"/>
                </a:lnTo>
                <a:lnTo>
                  <a:pt x="34462" y="11565"/>
                </a:lnTo>
                <a:lnTo>
                  <a:pt x="34423" y="12247"/>
                </a:lnTo>
                <a:lnTo>
                  <a:pt x="34384" y="12928"/>
                </a:lnTo>
                <a:lnTo>
                  <a:pt x="34053" y="12422"/>
                </a:lnTo>
                <a:lnTo>
                  <a:pt x="33858" y="12169"/>
                </a:lnTo>
                <a:lnTo>
                  <a:pt x="33664" y="11955"/>
                </a:lnTo>
                <a:lnTo>
                  <a:pt x="33449" y="11740"/>
                </a:lnTo>
                <a:lnTo>
                  <a:pt x="33216" y="11565"/>
                </a:lnTo>
                <a:lnTo>
                  <a:pt x="32963" y="11429"/>
                </a:lnTo>
                <a:lnTo>
                  <a:pt x="32826" y="11371"/>
                </a:lnTo>
                <a:lnTo>
                  <a:pt x="32690" y="11312"/>
                </a:lnTo>
                <a:lnTo>
                  <a:pt x="32534" y="11293"/>
                </a:lnTo>
                <a:lnTo>
                  <a:pt x="32379" y="11273"/>
                </a:lnTo>
                <a:lnTo>
                  <a:pt x="32242" y="11293"/>
                </a:lnTo>
                <a:lnTo>
                  <a:pt x="32087" y="11312"/>
                </a:lnTo>
                <a:lnTo>
                  <a:pt x="31950" y="11351"/>
                </a:lnTo>
                <a:lnTo>
                  <a:pt x="31795" y="11410"/>
                </a:lnTo>
                <a:lnTo>
                  <a:pt x="31678" y="11487"/>
                </a:lnTo>
                <a:lnTo>
                  <a:pt x="31541" y="11565"/>
                </a:lnTo>
                <a:lnTo>
                  <a:pt x="31425" y="11663"/>
                </a:lnTo>
                <a:lnTo>
                  <a:pt x="31347" y="11779"/>
                </a:lnTo>
                <a:lnTo>
                  <a:pt x="31249" y="11896"/>
                </a:lnTo>
                <a:lnTo>
                  <a:pt x="31191" y="12013"/>
                </a:lnTo>
                <a:lnTo>
                  <a:pt x="31152" y="12130"/>
                </a:lnTo>
                <a:lnTo>
                  <a:pt x="31144" y="12190"/>
                </a:lnTo>
                <a:lnTo>
                  <a:pt x="31133" y="12130"/>
                </a:lnTo>
                <a:lnTo>
                  <a:pt x="31094" y="11935"/>
                </a:lnTo>
                <a:lnTo>
                  <a:pt x="31016" y="11740"/>
                </a:lnTo>
                <a:lnTo>
                  <a:pt x="30918" y="11565"/>
                </a:lnTo>
                <a:lnTo>
                  <a:pt x="30802" y="11390"/>
                </a:lnTo>
                <a:lnTo>
                  <a:pt x="30665" y="11234"/>
                </a:lnTo>
                <a:lnTo>
                  <a:pt x="30529" y="11079"/>
                </a:lnTo>
                <a:lnTo>
                  <a:pt x="30354" y="10942"/>
                </a:lnTo>
                <a:lnTo>
                  <a:pt x="30198" y="10825"/>
                </a:lnTo>
                <a:lnTo>
                  <a:pt x="30003" y="10728"/>
                </a:lnTo>
                <a:lnTo>
                  <a:pt x="29809" y="10631"/>
                </a:lnTo>
                <a:lnTo>
                  <a:pt x="29614" y="10572"/>
                </a:lnTo>
                <a:lnTo>
                  <a:pt x="29419" y="10533"/>
                </a:lnTo>
                <a:lnTo>
                  <a:pt x="29010" y="10533"/>
                </a:lnTo>
                <a:lnTo>
                  <a:pt x="29069" y="10202"/>
                </a:lnTo>
                <a:lnTo>
                  <a:pt x="29108" y="9871"/>
                </a:lnTo>
                <a:lnTo>
                  <a:pt x="29147" y="9540"/>
                </a:lnTo>
                <a:lnTo>
                  <a:pt x="29166" y="9209"/>
                </a:lnTo>
                <a:lnTo>
                  <a:pt x="29186" y="8878"/>
                </a:lnTo>
                <a:lnTo>
                  <a:pt x="29186" y="8547"/>
                </a:lnTo>
                <a:lnTo>
                  <a:pt x="29166" y="8217"/>
                </a:lnTo>
                <a:lnTo>
                  <a:pt x="29127" y="7886"/>
                </a:lnTo>
                <a:lnTo>
                  <a:pt x="29088" y="7555"/>
                </a:lnTo>
                <a:lnTo>
                  <a:pt x="29030" y="7224"/>
                </a:lnTo>
                <a:lnTo>
                  <a:pt x="28971" y="6893"/>
                </a:lnTo>
                <a:lnTo>
                  <a:pt x="28894" y="6562"/>
                </a:lnTo>
                <a:lnTo>
                  <a:pt x="28796" y="6250"/>
                </a:lnTo>
                <a:lnTo>
                  <a:pt x="28699" y="5919"/>
                </a:lnTo>
                <a:lnTo>
                  <a:pt x="28582" y="5608"/>
                </a:lnTo>
                <a:lnTo>
                  <a:pt x="28446" y="5296"/>
                </a:lnTo>
                <a:lnTo>
                  <a:pt x="28310" y="5004"/>
                </a:lnTo>
                <a:lnTo>
                  <a:pt x="28173" y="4693"/>
                </a:lnTo>
                <a:lnTo>
                  <a:pt x="28017" y="4400"/>
                </a:lnTo>
                <a:lnTo>
                  <a:pt x="27842" y="4108"/>
                </a:lnTo>
                <a:lnTo>
                  <a:pt x="27667" y="3836"/>
                </a:lnTo>
                <a:lnTo>
                  <a:pt x="27472" y="3563"/>
                </a:lnTo>
                <a:lnTo>
                  <a:pt x="27278" y="3291"/>
                </a:lnTo>
                <a:lnTo>
                  <a:pt x="27063" y="3018"/>
                </a:lnTo>
                <a:lnTo>
                  <a:pt x="26849" y="2765"/>
                </a:lnTo>
                <a:lnTo>
                  <a:pt x="26616" y="2531"/>
                </a:lnTo>
                <a:lnTo>
                  <a:pt x="26382" y="2298"/>
                </a:lnTo>
                <a:lnTo>
                  <a:pt x="26129" y="2064"/>
                </a:lnTo>
                <a:lnTo>
                  <a:pt x="25876" y="1850"/>
                </a:lnTo>
                <a:lnTo>
                  <a:pt x="25623" y="1655"/>
                </a:lnTo>
                <a:lnTo>
                  <a:pt x="25350" y="1461"/>
                </a:lnTo>
                <a:lnTo>
                  <a:pt x="25058" y="1285"/>
                </a:lnTo>
                <a:lnTo>
                  <a:pt x="24786" y="1110"/>
                </a:lnTo>
                <a:lnTo>
                  <a:pt x="24494" y="954"/>
                </a:lnTo>
                <a:lnTo>
                  <a:pt x="24182" y="799"/>
                </a:lnTo>
                <a:lnTo>
                  <a:pt x="23871" y="662"/>
                </a:lnTo>
                <a:lnTo>
                  <a:pt x="23559" y="546"/>
                </a:lnTo>
                <a:lnTo>
                  <a:pt x="23247" y="429"/>
                </a:lnTo>
                <a:lnTo>
                  <a:pt x="22936" y="351"/>
                </a:lnTo>
                <a:lnTo>
                  <a:pt x="22605" y="253"/>
                </a:lnTo>
                <a:lnTo>
                  <a:pt x="22293" y="195"/>
                </a:lnTo>
                <a:lnTo>
                  <a:pt x="21962" y="117"/>
                </a:lnTo>
                <a:lnTo>
                  <a:pt x="21632" y="78"/>
                </a:lnTo>
                <a:lnTo>
                  <a:pt x="21301" y="39"/>
                </a:lnTo>
                <a:lnTo>
                  <a:pt x="20970" y="20"/>
                </a:lnTo>
                <a:lnTo>
                  <a:pt x="20619" y="0"/>
                </a:lnTo>
                <a:close/>
              </a:path>
            </a:pathLst>
          </a:custGeom>
          <a:solidFill>
            <a:srgbClr val="FFFFFF">
              <a:alpha val="223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15" name="Google Shape;7215;p32"/>
          <p:cNvSpPr/>
          <p:nvPr/>
        </p:nvSpPr>
        <p:spPr>
          <a:xfrm>
            <a:off x="-41133" y="6287400"/>
            <a:ext cx="5153033" cy="1311267"/>
          </a:xfrm>
          <a:custGeom>
            <a:avLst/>
            <a:gdLst/>
            <a:ahLst/>
            <a:cxnLst/>
            <a:rect l="l" t="t" r="r" b="b"/>
            <a:pathLst>
              <a:path w="154591" h="39338" extrusionOk="0">
                <a:moveTo>
                  <a:pt x="0" y="0"/>
                </a:moveTo>
                <a:cubicBezTo>
                  <a:pt x="4318" y="127"/>
                  <a:pt x="17907" y="127"/>
                  <a:pt x="25908" y="762"/>
                </a:cubicBezTo>
                <a:cubicBezTo>
                  <a:pt x="33909" y="1397"/>
                  <a:pt x="42990" y="2477"/>
                  <a:pt x="48006" y="3810"/>
                </a:cubicBezTo>
                <a:cubicBezTo>
                  <a:pt x="53023" y="5144"/>
                  <a:pt x="56452" y="6223"/>
                  <a:pt x="56007" y="8763"/>
                </a:cubicBezTo>
                <a:cubicBezTo>
                  <a:pt x="55563" y="11303"/>
                  <a:pt x="48959" y="15748"/>
                  <a:pt x="45339" y="19050"/>
                </a:cubicBezTo>
                <a:cubicBezTo>
                  <a:pt x="41720" y="22352"/>
                  <a:pt x="36322" y="26099"/>
                  <a:pt x="34290" y="28575"/>
                </a:cubicBezTo>
                <a:cubicBezTo>
                  <a:pt x="32258" y="31052"/>
                  <a:pt x="28258" y="32449"/>
                  <a:pt x="33147" y="33909"/>
                </a:cubicBezTo>
                <a:cubicBezTo>
                  <a:pt x="38037" y="35370"/>
                  <a:pt x="45085" y="36449"/>
                  <a:pt x="63627" y="37338"/>
                </a:cubicBezTo>
                <a:cubicBezTo>
                  <a:pt x="82169" y="38227"/>
                  <a:pt x="129286" y="39053"/>
                  <a:pt x="144399" y="39243"/>
                </a:cubicBezTo>
                <a:cubicBezTo>
                  <a:pt x="159512" y="39434"/>
                  <a:pt x="152654" y="38608"/>
                  <a:pt x="154305" y="38481"/>
                </a:cubicBezTo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7216" name="Google Shape;7216;p32"/>
          <p:cNvGrpSpPr/>
          <p:nvPr/>
        </p:nvGrpSpPr>
        <p:grpSpPr>
          <a:xfrm>
            <a:off x="-304803" y="5104282"/>
            <a:ext cx="880889" cy="1454841"/>
            <a:chOff x="8567768" y="2750361"/>
            <a:chExt cx="425058" cy="702008"/>
          </a:xfrm>
        </p:grpSpPr>
        <p:sp>
          <p:nvSpPr>
            <p:cNvPr id="7217" name="Google Shape;7217;p32"/>
            <p:cNvSpPr/>
            <p:nvPr/>
          </p:nvSpPr>
          <p:spPr>
            <a:xfrm>
              <a:off x="8692188" y="3421469"/>
              <a:ext cx="147600" cy="30900"/>
            </a:xfrm>
            <a:prstGeom prst="ellipse">
              <a:avLst/>
            </a:prstGeom>
            <a:solidFill>
              <a:srgbClr val="A3C3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7218" name="Google Shape;7218;p32"/>
            <p:cNvGrpSpPr/>
            <p:nvPr/>
          </p:nvGrpSpPr>
          <p:grpSpPr>
            <a:xfrm flipH="1">
              <a:off x="8567768" y="2750361"/>
              <a:ext cx="425058" cy="694185"/>
              <a:chOff x="5533200" y="-2000250"/>
              <a:chExt cx="1268450" cy="2071575"/>
            </a:xfrm>
          </p:grpSpPr>
          <p:sp>
            <p:nvSpPr>
              <p:cNvPr id="7219" name="Google Shape;7219;p32"/>
              <p:cNvSpPr/>
              <p:nvPr/>
            </p:nvSpPr>
            <p:spPr>
              <a:xfrm>
                <a:off x="5533200" y="-2000250"/>
                <a:ext cx="1268450" cy="1707000"/>
              </a:xfrm>
              <a:custGeom>
                <a:avLst/>
                <a:gdLst/>
                <a:ahLst/>
                <a:cxnLst/>
                <a:rect l="l" t="t" r="r" b="b"/>
                <a:pathLst>
                  <a:path w="50738" h="68280" extrusionOk="0">
                    <a:moveTo>
                      <a:pt x="24766" y="0"/>
                    </a:moveTo>
                    <a:lnTo>
                      <a:pt x="24318" y="39"/>
                    </a:lnTo>
                    <a:lnTo>
                      <a:pt x="23851" y="78"/>
                    </a:lnTo>
                    <a:lnTo>
                      <a:pt x="23403" y="136"/>
                    </a:lnTo>
                    <a:lnTo>
                      <a:pt x="22975" y="234"/>
                    </a:lnTo>
                    <a:lnTo>
                      <a:pt x="22527" y="331"/>
                    </a:lnTo>
                    <a:lnTo>
                      <a:pt x="22098" y="467"/>
                    </a:lnTo>
                    <a:lnTo>
                      <a:pt x="21670" y="604"/>
                    </a:lnTo>
                    <a:lnTo>
                      <a:pt x="21261" y="779"/>
                    </a:lnTo>
                    <a:lnTo>
                      <a:pt x="20833" y="954"/>
                    </a:lnTo>
                    <a:lnTo>
                      <a:pt x="20444" y="1168"/>
                    </a:lnTo>
                    <a:lnTo>
                      <a:pt x="20054" y="1402"/>
                    </a:lnTo>
                    <a:lnTo>
                      <a:pt x="19665" y="1635"/>
                    </a:lnTo>
                    <a:lnTo>
                      <a:pt x="19159" y="2025"/>
                    </a:lnTo>
                    <a:lnTo>
                      <a:pt x="18672" y="2414"/>
                    </a:lnTo>
                    <a:lnTo>
                      <a:pt x="18224" y="2843"/>
                    </a:lnTo>
                    <a:lnTo>
                      <a:pt x="17796" y="3310"/>
                    </a:lnTo>
                    <a:lnTo>
                      <a:pt x="17387" y="3777"/>
                    </a:lnTo>
                    <a:lnTo>
                      <a:pt x="17017" y="4283"/>
                    </a:lnTo>
                    <a:lnTo>
                      <a:pt x="16667" y="4809"/>
                    </a:lnTo>
                    <a:lnTo>
                      <a:pt x="16336" y="5354"/>
                    </a:lnTo>
                    <a:lnTo>
                      <a:pt x="16024" y="5899"/>
                    </a:lnTo>
                    <a:lnTo>
                      <a:pt x="15732" y="6464"/>
                    </a:lnTo>
                    <a:lnTo>
                      <a:pt x="15459" y="7048"/>
                    </a:lnTo>
                    <a:lnTo>
                      <a:pt x="15226" y="7632"/>
                    </a:lnTo>
                    <a:lnTo>
                      <a:pt x="14992" y="8236"/>
                    </a:lnTo>
                    <a:lnTo>
                      <a:pt x="14759" y="8839"/>
                    </a:lnTo>
                    <a:lnTo>
                      <a:pt x="14564" y="9443"/>
                    </a:lnTo>
                    <a:lnTo>
                      <a:pt x="14389" y="10046"/>
                    </a:lnTo>
                    <a:lnTo>
                      <a:pt x="14058" y="11234"/>
                    </a:lnTo>
                    <a:lnTo>
                      <a:pt x="13766" y="12441"/>
                    </a:lnTo>
                    <a:lnTo>
                      <a:pt x="13532" y="13648"/>
                    </a:lnTo>
                    <a:lnTo>
                      <a:pt x="13337" y="14875"/>
                    </a:lnTo>
                    <a:lnTo>
                      <a:pt x="13181" y="16101"/>
                    </a:lnTo>
                    <a:lnTo>
                      <a:pt x="13084" y="17347"/>
                    </a:lnTo>
                    <a:lnTo>
                      <a:pt x="13006" y="18574"/>
                    </a:lnTo>
                    <a:lnTo>
                      <a:pt x="12987" y="19820"/>
                    </a:lnTo>
                    <a:lnTo>
                      <a:pt x="13026" y="21047"/>
                    </a:lnTo>
                    <a:lnTo>
                      <a:pt x="13084" y="22293"/>
                    </a:lnTo>
                    <a:lnTo>
                      <a:pt x="13201" y="23519"/>
                    </a:lnTo>
                    <a:lnTo>
                      <a:pt x="13357" y="24746"/>
                    </a:lnTo>
                    <a:lnTo>
                      <a:pt x="13551" y="25972"/>
                    </a:lnTo>
                    <a:lnTo>
                      <a:pt x="13785" y="27179"/>
                    </a:lnTo>
                    <a:lnTo>
                      <a:pt x="14077" y="28387"/>
                    </a:lnTo>
                    <a:lnTo>
                      <a:pt x="14408" y="29574"/>
                    </a:lnTo>
                    <a:lnTo>
                      <a:pt x="14408" y="29574"/>
                    </a:lnTo>
                    <a:lnTo>
                      <a:pt x="14194" y="29418"/>
                    </a:lnTo>
                    <a:lnTo>
                      <a:pt x="13980" y="29263"/>
                    </a:lnTo>
                    <a:lnTo>
                      <a:pt x="13746" y="29126"/>
                    </a:lnTo>
                    <a:lnTo>
                      <a:pt x="13512" y="29010"/>
                    </a:lnTo>
                    <a:lnTo>
                      <a:pt x="13259" y="28912"/>
                    </a:lnTo>
                    <a:lnTo>
                      <a:pt x="12987" y="28834"/>
                    </a:lnTo>
                    <a:lnTo>
                      <a:pt x="12734" y="28776"/>
                    </a:lnTo>
                    <a:lnTo>
                      <a:pt x="12461" y="28756"/>
                    </a:lnTo>
                    <a:lnTo>
                      <a:pt x="12189" y="28737"/>
                    </a:lnTo>
                    <a:lnTo>
                      <a:pt x="11916" y="28737"/>
                    </a:lnTo>
                    <a:lnTo>
                      <a:pt x="11663" y="28776"/>
                    </a:lnTo>
                    <a:lnTo>
                      <a:pt x="11390" y="28815"/>
                    </a:lnTo>
                    <a:lnTo>
                      <a:pt x="11137" y="28893"/>
                    </a:lnTo>
                    <a:lnTo>
                      <a:pt x="10884" y="28990"/>
                    </a:lnTo>
                    <a:lnTo>
                      <a:pt x="10631" y="29107"/>
                    </a:lnTo>
                    <a:lnTo>
                      <a:pt x="10417" y="29243"/>
                    </a:lnTo>
                    <a:lnTo>
                      <a:pt x="10183" y="29399"/>
                    </a:lnTo>
                    <a:lnTo>
                      <a:pt x="9988" y="29574"/>
                    </a:lnTo>
                    <a:lnTo>
                      <a:pt x="9794" y="29749"/>
                    </a:lnTo>
                    <a:lnTo>
                      <a:pt x="9619" y="29964"/>
                    </a:lnTo>
                    <a:lnTo>
                      <a:pt x="9463" y="30178"/>
                    </a:lnTo>
                    <a:lnTo>
                      <a:pt x="9327" y="30411"/>
                    </a:lnTo>
                    <a:lnTo>
                      <a:pt x="9210" y="30664"/>
                    </a:lnTo>
                    <a:lnTo>
                      <a:pt x="9112" y="30918"/>
                    </a:lnTo>
                    <a:lnTo>
                      <a:pt x="9034" y="31171"/>
                    </a:lnTo>
                    <a:lnTo>
                      <a:pt x="8976" y="31424"/>
                    </a:lnTo>
                    <a:lnTo>
                      <a:pt x="8937" y="31696"/>
                    </a:lnTo>
                    <a:lnTo>
                      <a:pt x="8918" y="31969"/>
                    </a:lnTo>
                    <a:lnTo>
                      <a:pt x="8937" y="32241"/>
                    </a:lnTo>
                    <a:lnTo>
                      <a:pt x="8957" y="32495"/>
                    </a:lnTo>
                    <a:lnTo>
                      <a:pt x="9015" y="32767"/>
                    </a:lnTo>
                    <a:lnTo>
                      <a:pt x="9073" y="33020"/>
                    </a:lnTo>
                    <a:lnTo>
                      <a:pt x="8840" y="32923"/>
                    </a:lnTo>
                    <a:lnTo>
                      <a:pt x="8587" y="32845"/>
                    </a:lnTo>
                    <a:lnTo>
                      <a:pt x="8353" y="32767"/>
                    </a:lnTo>
                    <a:lnTo>
                      <a:pt x="8100" y="32709"/>
                    </a:lnTo>
                    <a:lnTo>
                      <a:pt x="7847" y="32650"/>
                    </a:lnTo>
                    <a:lnTo>
                      <a:pt x="7594" y="32631"/>
                    </a:lnTo>
                    <a:lnTo>
                      <a:pt x="7341" y="32611"/>
                    </a:lnTo>
                    <a:lnTo>
                      <a:pt x="7088" y="32592"/>
                    </a:lnTo>
                    <a:lnTo>
                      <a:pt x="6834" y="32611"/>
                    </a:lnTo>
                    <a:lnTo>
                      <a:pt x="6562" y="32611"/>
                    </a:lnTo>
                    <a:lnTo>
                      <a:pt x="6056" y="32689"/>
                    </a:lnTo>
                    <a:lnTo>
                      <a:pt x="5549" y="32806"/>
                    </a:lnTo>
                    <a:lnTo>
                      <a:pt x="5043" y="32962"/>
                    </a:lnTo>
                    <a:lnTo>
                      <a:pt x="4557" y="33157"/>
                    </a:lnTo>
                    <a:lnTo>
                      <a:pt x="4089" y="33390"/>
                    </a:lnTo>
                    <a:lnTo>
                      <a:pt x="3641" y="33643"/>
                    </a:lnTo>
                    <a:lnTo>
                      <a:pt x="3194" y="33955"/>
                    </a:lnTo>
                    <a:lnTo>
                      <a:pt x="2785" y="34286"/>
                    </a:lnTo>
                    <a:lnTo>
                      <a:pt x="2415" y="34656"/>
                    </a:lnTo>
                    <a:lnTo>
                      <a:pt x="2064" y="35045"/>
                    </a:lnTo>
                    <a:lnTo>
                      <a:pt x="1733" y="35473"/>
                    </a:lnTo>
                    <a:lnTo>
                      <a:pt x="1480" y="35863"/>
                    </a:lnTo>
                    <a:lnTo>
                      <a:pt x="1247" y="36272"/>
                    </a:lnTo>
                    <a:lnTo>
                      <a:pt x="1052" y="36700"/>
                    </a:lnTo>
                    <a:lnTo>
                      <a:pt x="857" y="37148"/>
                    </a:lnTo>
                    <a:lnTo>
                      <a:pt x="702" y="37596"/>
                    </a:lnTo>
                    <a:lnTo>
                      <a:pt x="565" y="38043"/>
                    </a:lnTo>
                    <a:lnTo>
                      <a:pt x="448" y="38511"/>
                    </a:lnTo>
                    <a:lnTo>
                      <a:pt x="351" y="38978"/>
                    </a:lnTo>
                    <a:lnTo>
                      <a:pt x="273" y="39465"/>
                    </a:lnTo>
                    <a:lnTo>
                      <a:pt x="195" y="39951"/>
                    </a:lnTo>
                    <a:lnTo>
                      <a:pt x="137" y="40419"/>
                    </a:lnTo>
                    <a:lnTo>
                      <a:pt x="98" y="40905"/>
                    </a:lnTo>
                    <a:lnTo>
                      <a:pt x="40" y="41859"/>
                    </a:lnTo>
                    <a:lnTo>
                      <a:pt x="1" y="42794"/>
                    </a:lnTo>
                    <a:lnTo>
                      <a:pt x="1" y="43320"/>
                    </a:lnTo>
                    <a:lnTo>
                      <a:pt x="20" y="43845"/>
                    </a:lnTo>
                    <a:lnTo>
                      <a:pt x="59" y="44371"/>
                    </a:lnTo>
                    <a:lnTo>
                      <a:pt x="98" y="44897"/>
                    </a:lnTo>
                    <a:lnTo>
                      <a:pt x="176" y="45422"/>
                    </a:lnTo>
                    <a:lnTo>
                      <a:pt x="254" y="45948"/>
                    </a:lnTo>
                    <a:lnTo>
                      <a:pt x="351" y="46454"/>
                    </a:lnTo>
                    <a:lnTo>
                      <a:pt x="468" y="46960"/>
                    </a:lnTo>
                    <a:lnTo>
                      <a:pt x="604" y="47486"/>
                    </a:lnTo>
                    <a:lnTo>
                      <a:pt x="741" y="47992"/>
                    </a:lnTo>
                    <a:lnTo>
                      <a:pt x="896" y="48498"/>
                    </a:lnTo>
                    <a:lnTo>
                      <a:pt x="1071" y="48985"/>
                    </a:lnTo>
                    <a:lnTo>
                      <a:pt x="1266" y="49491"/>
                    </a:lnTo>
                    <a:lnTo>
                      <a:pt x="1461" y="49978"/>
                    </a:lnTo>
                    <a:lnTo>
                      <a:pt x="1675" y="50445"/>
                    </a:lnTo>
                    <a:lnTo>
                      <a:pt x="1889" y="50932"/>
                    </a:lnTo>
                    <a:lnTo>
                      <a:pt x="2201" y="51555"/>
                    </a:lnTo>
                    <a:lnTo>
                      <a:pt x="2532" y="52178"/>
                    </a:lnTo>
                    <a:lnTo>
                      <a:pt x="2882" y="52801"/>
                    </a:lnTo>
                    <a:lnTo>
                      <a:pt x="3252" y="53385"/>
                    </a:lnTo>
                    <a:lnTo>
                      <a:pt x="3622" y="53989"/>
                    </a:lnTo>
                    <a:lnTo>
                      <a:pt x="4031" y="54573"/>
                    </a:lnTo>
                    <a:lnTo>
                      <a:pt x="4440" y="55138"/>
                    </a:lnTo>
                    <a:lnTo>
                      <a:pt x="4849" y="55702"/>
                    </a:lnTo>
                    <a:lnTo>
                      <a:pt x="5296" y="56267"/>
                    </a:lnTo>
                    <a:lnTo>
                      <a:pt x="5744" y="56812"/>
                    </a:lnTo>
                    <a:lnTo>
                      <a:pt x="6192" y="57338"/>
                    </a:lnTo>
                    <a:lnTo>
                      <a:pt x="6659" y="57883"/>
                    </a:lnTo>
                    <a:lnTo>
                      <a:pt x="7613" y="58915"/>
                    </a:lnTo>
                    <a:lnTo>
                      <a:pt x="8587" y="59947"/>
                    </a:lnTo>
                    <a:lnTo>
                      <a:pt x="9638" y="60998"/>
                    </a:lnTo>
                    <a:lnTo>
                      <a:pt x="10183" y="61504"/>
                    </a:lnTo>
                    <a:lnTo>
                      <a:pt x="10748" y="62010"/>
                    </a:lnTo>
                    <a:lnTo>
                      <a:pt x="11293" y="62517"/>
                    </a:lnTo>
                    <a:lnTo>
                      <a:pt x="11877" y="63003"/>
                    </a:lnTo>
                    <a:lnTo>
                      <a:pt x="12442" y="63471"/>
                    </a:lnTo>
                    <a:lnTo>
                      <a:pt x="13045" y="63938"/>
                    </a:lnTo>
                    <a:lnTo>
                      <a:pt x="13629" y="64386"/>
                    </a:lnTo>
                    <a:lnTo>
                      <a:pt x="14252" y="64814"/>
                    </a:lnTo>
                    <a:lnTo>
                      <a:pt x="14875" y="65223"/>
                    </a:lnTo>
                    <a:lnTo>
                      <a:pt x="15498" y="65612"/>
                    </a:lnTo>
                    <a:lnTo>
                      <a:pt x="16141" y="65982"/>
                    </a:lnTo>
                    <a:lnTo>
                      <a:pt x="16783" y="66313"/>
                    </a:lnTo>
                    <a:lnTo>
                      <a:pt x="17445" y="66644"/>
                    </a:lnTo>
                    <a:lnTo>
                      <a:pt x="18127" y="66936"/>
                    </a:lnTo>
                    <a:lnTo>
                      <a:pt x="18652" y="67150"/>
                    </a:lnTo>
                    <a:lnTo>
                      <a:pt x="19178" y="67325"/>
                    </a:lnTo>
                    <a:lnTo>
                      <a:pt x="19704" y="67501"/>
                    </a:lnTo>
                    <a:lnTo>
                      <a:pt x="20249" y="67656"/>
                    </a:lnTo>
                    <a:lnTo>
                      <a:pt x="20989" y="67851"/>
                    </a:lnTo>
                    <a:lnTo>
                      <a:pt x="21729" y="67987"/>
                    </a:lnTo>
                    <a:lnTo>
                      <a:pt x="22488" y="68104"/>
                    </a:lnTo>
                    <a:lnTo>
                      <a:pt x="23228" y="68202"/>
                    </a:lnTo>
                    <a:lnTo>
                      <a:pt x="23987" y="68260"/>
                    </a:lnTo>
                    <a:lnTo>
                      <a:pt x="24746" y="68279"/>
                    </a:lnTo>
                    <a:lnTo>
                      <a:pt x="25506" y="68279"/>
                    </a:lnTo>
                    <a:lnTo>
                      <a:pt x="26265" y="68260"/>
                    </a:lnTo>
                    <a:lnTo>
                      <a:pt x="27024" y="68221"/>
                    </a:lnTo>
                    <a:lnTo>
                      <a:pt x="27784" y="68143"/>
                    </a:lnTo>
                    <a:lnTo>
                      <a:pt x="28543" y="68046"/>
                    </a:lnTo>
                    <a:lnTo>
                      <a:pt x="29283" y="67948"/>
                    </a:lnTo>
                    <a:lnTo>
                      <a:pt x="30042" y="67812"/>
                    </a:lnTo>
                    <a:lnTo>
                      <a:pt x="30801" y="67676"/>
                    </a:lnTo>
                    <a:lnTo>
                      <a:pt x="31541" y="67520"/>
                    </a:lnTo>
                    <a:lnTo>
                      <a:pt x="32281" y="67345"/>
                    </a:lnTo>
                    <a:lnTo>
                      <a:pt x="33118" y="67131"/>
                    </a:lnTo>
                    <a:lnTo>
                      <a:pt x="33955" y="66897"/>
                    </a:lnTo>
                    <a:lnTo>
                      <a:pt x="34793" y="66644"/>
                    </a:lnTo>
                    <a:lnTo>
                      <a:pt x="35610" y="66371"/>
                    </a:lnTo>
                    <a:lnTo>
                      <a:pt x="36428" y="66060"/>
                    </a:lnTo>
                    <a:lnTo>
                      <a:pt x="37246" y="65748"/>
                    </a:lnTo>
                    <a:lnTo>
                      <a:pt x="38024" y="65398"/>
                    </a:lnTo>
                    <a:lnTo>
                      <a:pt x="38803" y="65028"/>
                    </a:lnTo>
                    <a:lnTo>
                      <a:pt x="39582" y="64639"/>
                    </a:lnTo>
                    <a:lnTo>
                      <a:pt x="40322" y="64210"/>
                    </a:lnTo>
                    <a:lnTo>
                      <a:pt x="41062" y="63743"/>
                    </a:lnTo>
                    <a:lnTo>
                      <a:pt x="41763" y="63256"/>
                    </a:lnTo>
                    <a:lnTo>
                      <a:pt x="42444" y="62750"/>
                    </a:lnTo>
                    <a:lnTo>
                      <a:pt x="43106" y="62205"/>
                    </a:lnTo>
                    <a:lnTo>
                      <a:pt x="43729" y="61621"/>
                    </a:lnTo>
                    <a:lnTo>
                      <a:pt x="44333" y="60998"/>
                    </a:lnTo>
                    <a:lnTo>
                      <a:pt x="44780" y="60511"/>
                    </a:lnTo>
                    <a:lnTo>
                      <a:pt x="45189" y="60024"/>
                    </a:lnTo>
                    <a:lnTo>
                      <a:pt x="45579" y="59499"/>
                    </a:lnTo>
                    <a:lnTo>
                      <a:pt x="45949" y="58973"/>
                    </a:lnTo>
                    <a:lnTo>
                      <a:pt x="46318" y="58428"/>
                    </a:lnTo>
                    <a:lnTo>
                      <a:pt x="46649" y="57863"/>
                    </a:lnTo>
                    <a:lnTo>
                      <a:pt x="46961" y="57299"/>
                    </a:lnTo>
                    <a:lnTo>
                      <a:pt x="47272" y="56715"/>
                    </a:lnTo>
                    <a:lnTo>
                      <a:pt x="47564" y="56131"/>
                    </a:lnTo>
                    <a:lnTo>
                      <a:pt x="47818" y="55527"/>
                    </a:lnTo>
                    <a:lnTo>
                      <a:pt x="48071" y="54923"/>
                    </a:lnTo>
                    <a:lnTo>
                      <a:pt x="48304" y="54320"/>
                    </a:lnTo>
                    <a:lnTo>
                      <a:pt x="48538" y="53697"/>
                    </a:lnTo>
                    <a:lnTo>
                      <a:pt x="48733" y="53074"/>
                    </a:lnTo>
                    <a:lnTo>
                      <a:pt x="48927" y="52451"/>
                    </a:lnTo>
                    <a:lnTo>
                      <a:pt x="49103" y="51828"/>
                    </a:lnTo>
                    <a:lnTo>
                      <a:pt x="49395" y="50679"/>
                    </a:lnTo>
                    <a:lnTo>
                      <a:pt x="49706" y="49491"/>
                    </a:lnTo>
                    <a:lnTo>
                      <a:pt x="49979" y="48284"/>
                    </a:lnTo>
                    <a:lnTo>
                      <a:pt x="50232" y="47038"/>
                    </a:lnTo>
                    <a:lnTo>
                      <a:pt x="50349" y="46396"/>
                    </a:lnTo>
                    <a:lnTo>
                      <a:pt x="50465" y="45773"/>
                    </a:lnTo>
                    <a:lnTo>
                      <a:pt x="50543" y="45130"/>
                    </a:lnTo>
                    <a:lnTo>
                      <a:pt x="50621" y="44507"/>
                    </a:lnTo>
                    <a:lnTo>
                      <a:pt x="50680" y="43865"/>
                    </a:lnTo>
                    <a:lnTo>
                      <a:pt x="50719" y="43222"/>
                    </a:lnTo>
                    <a:lnTo>
                      <a:pt x="50738" y="42599"/>
                    </a:lnTo>
                    <a:lnTo>
                      <a:pt x="50738" y="41976"/>
                    </a:lnTo>
                    <a:lnTo>
                      <a:pt x="50719" y="41353"/>
                    </a:lnTo>
                    <a:lnTo>
                      <a:pt x="50680" y="40730"/>
                    </a:lnTo>
                    <a:lnTo>
                      <a:pt x="50602" y="40127"/>
                    </a:lnTo>
                    <a:lnTo>
                      <a:pt x="50504" y="39523"/>
                    </a:lnTo>
                    <a:lnTo>
                      <a:pt x="50388" y="38939"/>
                    </a:lnTo>
                    <a:lnTo>
                      <a:pt x="50232" y="38355"/>
                    </a:lnTo>
                    <a:lnTo>
                      <a:pt x="50037" y="37790"/>
                    </a:lnTo>
                    <a:lnTo>
                      <a:pt x="49823" y="37245"/>
                    </a:lnTo>
                    <a:lnTo>
                      <a:pt x="49570" y="36719"/>
                    </a:lnTo>
                    <a:lnTo>
                      <a:pt x="49278" y="36194"/>
                    </a:lnTo>
                    <a:lnTo>
                      <a:pt x="48947" y="35688"/>
                    </a:lnTo>
                    <a:lnTo>
                      <a:pt x="48577" y="35201"/>
                    </a:lnTo>
                    <a:lnTo>
                      <a:pt x="48149" y="34734"/>
                    </a:lnTo>
                    <a:lnTo>
                      <a:pt x="47701" y="34305"/>
                    </a:lnTo>
                    <a:lnTo>
                      <a:pt x="47467" y="34091"/>
                    </a:lnTo>
                    <a:lnTo>
                      <a:pt x="47195" y="33877"/>
                    </a:lnTo>
                    <a:lnTo>
                      <a:pt x="46941" y="33682"/>
                    </a:lnTo>
                    <a:lnTo>
                      <a:pt x="46669" y="33468"/>
                    </a:lnTo>
                    <a:lnTo>
                      <a:pt x="46416" y="33312"/>
                    </a:lnTo>
                    <a:lnTo>
                      <a:pt x="46143" y="33157"/>
                    </a:lnTo>
                    <a:lnTo>
                      <a:pt x="45871" y="33020"/>
                    </a:lnTo>
                    <a:lnTo>
                      <a:pt x="45598" y="32884"/>
                    </a:lnTo>
                    <a:lnTo>
                      <a:pt x="45325" y="32767"/>
                    </a:lnTo>
                    <a:lnTo>
                      <a:pt x="45033" y="32670"/>
                    </a:lnTo>
                    <a:lnTo>
                      <a:pt x="44761" y="32572"/>
                    </a:lnTo>
                    <a:lnTo>
                      <a:pt x="44449" y="32495"/>
                    </a:lnTo>
                    <a:lnTo>
                      <a:pt x="44157" y="32417"/>
                    </a:lnTo>
                    <a:lnTo>
                      <a:pt x="43865" y="32378"/>
                    </a:lnTo>
                    <a:lnTo>
                      <a:pt x="43554" y="32319"/>
                    </a:lnTo>
                    <a:lnTo>
                      <a:pt x="43262" y="32300"/>
                    </a:lnTo>
                    <a:lnTo>
                      <a:pt x="42950" y="32261"/>
                    </a:lnTo>
                    <a:lnTo>
                      <a:pt x="42347" y="32261"/>
                    </a:lnTo>
                    <a:lnTo>
                      <a:pt x="42055" y="32280"/>
                    </a:lnTo>
                    <a:lnTo>
                      <a:pt x="41763" y="32319"/>
                    </a:lnTo>
                    <a:lnTo>
                      <a:pt x="41471" y="32358"/>
                    </a:lnTo>
                    <a:lnTo>
                      <a:pt x="41159" y="32417"/>
                    </a:lnTo>
                    <a:lnTo>
                      <a:pt x="40886" y="32475"/>
                    </a:lnTo>
                    <a:lnTo>
                      <a:pt x="40594" y="32553"/>
                    </a:lnTo>
                    <a:lnTo>
                      <a:pt x="40322" y="32650"/>
                    </a:lnTo>
                    <a:lnTo>
                      <a:pt x="40049" y="32767"/>
                    </a:lnTo>
                    <a:lnTo>
                      <a:pt x="39777" y="32884"/>
                    </a:lnTo>
                    <a:lnTo>
                      <a:pt x="39524" y="33020"/>
                    </a:lnTo>
                    <a:lnTo>
                      <a:pt x="39271" y="33157"/>
                    </a:lnTo>
                    <a:lnTo>
                      <a:pt x="39017" y="33332"/>
                    </a:lnTo>
                    <a:lnTo>
                      <a:pt x="38784" y="33507"/>
                    </a:lnTo>
                    <a:lnTo>
                      <a:pt x="38570" y="33682"/>
                    </a:lnTo>
                    <a:lnTo>
                      <a:pt x="38355" y="33896"/>
                    </a:lnTo>
                    <a:lnTo>
                      <a:pt x="38141" y="34111"/>
                    </a:lnTo>
                    <a:lnTo>
                      <a:pt x="37966" y="34344"/>
                    </a:lnTo>
                    <a:lnTo>
                      <a:pt x="38024" y="33818"/>
                    </a:lnTo>
                    <a:lnTo>
                      <a:pt x="38063" y="33293"/>
                    </a:lnTo>
                    <a:lnTo>
                      <a:pt x="38083" y="32767"/>
                    </a:lnTo>
                    <a:lnTo>
                      <a:pt x="38083" y="32241"/>
                    </a:lnTo>
                    <a:lnTo>
                      <a:pt x="38044" y="31969"/>
                    </a:lnTo>
                    <a:lnTo>
                      <a:pt x="38024" y="31716"/>
                    </a:lnTo>
                    <a:lnTo>
                      <a:pt x="37966" y="31463"/>
                    </a:lnTo>
                    <a:lnTo>
                      <a:pt x="37908" y="31229"/>
                    </a:lnTo>
                    <a:lnTo>
                      <a:pt x="37830" y="30976"/>
                    </a:lnTo>
                    <a:lnTo>
                      <a:pt x="37732" y="30742"/>
                    </a:lnTo>
                    <a:lnTo>
                      <a:pt x="37616" y="30528"/>
                    </a:lnTo>
                    <a:lnTo>
                      <a:pt x="37460" y="30314"/>
                    </a:lnTo>
                    <a:lnTo>
                      <a:pt x="37304" y="30100"/>
                    </a:lnTo>
                    <a:lnTo>
                      <a:pt x="37109" y="29925"/>
                    </a:lnTo>
                    <a:lnTo>
                      <a:pt x="36895" y="29769"/>
                    </a:lnTo>
                    <a:lnTo>
                      <a:pt x="36681" y="29652"/>
                    </a:lnTo>
                    <a:lnTo>
                      <a:pt x="36428" y="29535"/>
                    </a:lnTo>
                    <a:lnTo>
                      <a:pt x="36175" y="29457"/>
                    </a:lnTo>
                    <a:lnTo>
                      <a:pt x="35922" y="29418"/>
                    </a:lnTo>
                    <a:lnTo>
                      <a:pt x="35649" y="29399"/>
                    </a:lnTo>
                    <a:lnTo>
                      <a:pt x="35396" y="29399"/>
                    </a:lnTo>
                    <a:lnTo>
                      <a:pt x="35162" y="29438"/>
                    </a:lnTo>
                    <a:lnTo>
                      <a:pt x="34929" y="29496"/>
                    </a:lnTo>
                    <a:lnTo>
                      <a:pt x="34715" y="29594"/>
                    </a:lnTo>
                    <a:lnTo>
                      <a:pt x="34520" y="29730"/>
                    </a:lnTo>
                    <a:lnTo>
                      <a:pt x="34345" y="29886"/>
                    </a:lnTo>
                    <a:lnTo>
                      <a:pt x="34208" y="30080"/>
                    </a:lnTo>
                    <a:lnTo>
                      <a:pt x="34150" y="30197"/>
                    </a:lnTo>
                    <a:lnTo>
                      <a:pt x="34501" y="29496"/>
                    </a:lnTo>
                    <a:lnTo>
                      <a:pt x="34909" y="28659"/>
                    </a:lnTo>
                    <a:lnTo>
                      <a:pt x="35279" y="27822"/>
                    </a:lnTo>
                    <a:lnTo>
                      <a:pt x="35649" y="26965"/>
                    </a:lnTo>
                    <a:lnTo>
                      <a:pt x="36000" y="26128"/>
                    </a:lnTo>
                    <a:lnTo>
                      <a:pt x="36331" y="25252"/>
                    </a:lnTo>
                    <a:lnTo>
                      <a:pt x="36642" y="24395"/>
                    </a:lnTo>
                    <a:lnTo>
                      <a:pt x="36934" y="23519"/>
                    </a:lnTo>
                    <a:lnTo>
                      <a:pt x="37207" y="22643"/>
                    </a:lnTo>
                    <a:lnTo>
                      <a:pt x="37440" y="21767"/>
                    </a:lnTo>
                    <a:lnTo>
                      <a:pt x="37655" y="20871"/>
                    </a:lnTo>
                    <a:lnTo>
                      <a:pt x="37849" y="19976"/>
                    </a:lnTo>
                    <a:lnTo>
                      <a:pt x="38005" y="19080"/>
                    </a:lnTo>
                    <a:lnTo>
                      <a:pt x="38122" y="18165"/>
                    </a:lnTo>
                    <a:lnTo>
                      <a:pt x="38219" y="17250"/>
                    </a:lnTo>
                    <a:lnTo>
                      <a:pt x="38278" y="16335"/>
                    </a:lnTo>
                    <a:lnTo>
                      <a:pt x="38297" y="15420"/>
                    </a:lnTo>
                    <a:lnTo>
                      <a:pt x="38258" y="14505"/>
                    </a:lnTo>
                    <a:lnTo>
                      <a:pt x="38200" y="13570"/>
                    </a:lnTo>
                    <a:lnTo>
                      <a:pt x="38083" y="12655"/>
                    </a:lnTo>
                    <a:lnTo>
                      <a:pt x="37927" y="11740"/>
                    </a:lnTo>
                    <a:lnTo>
                      <a:pt x="37713" y="10845"/>
                    </a:lnTo>
                    <a:lnTo>
                      <a:pt x="37596" y="10397"/>
                    </a:lnTo>
                    <a:lnTo>
                      <a:pt x="37479" y="9949"/>
                    </a:lnTo>
                    <a:lnTo>
                      <a:pt x="37343" y="9521"/>
                    </a:lnTo>
                    <a:lnTo>
                      <a:pt x="37187" y="9073"/>
                    </a:lnTo>
                    <a:lnTo>
                      <a:pt x="37032" y="8644"/>
                    </a:lnTo>
                    <a:lnTo>
                      <a:pt x="36856" y="8216"/>
                    </a:lnTo>
                    <a:lnTo>
                      <a:pt x="36681" y="7807"/>
                    </a:lnTo>
                    <a:lnTo>
                      <a:pt x="36467" y="7398"/>
                    </a:lnTo>
                    <a:lnTo>
                      <a:pt x="36272" y="6990"/>
                    </a:lnTo>
                    <a:lnTo>
                      <a:pt x="36058" y="6581"/>
                    </a:lnTo>
                    <a:lnTo>
                      <a:pt x="35824" y="6191"/>
                    </a:lnTo>
                    <a:lnTo>
                      <a:pt x="35571" y="5802"/>
                    </a:lnTo>
                    <a:lnTo>
                      <a:pt x="35318" y="5432"/>
                    </a:lnTo>
                    <a:lnTo>
                      <a:pt x="35065" y="5062"/>
                    </a:lnTo>
                    <a:lnTo>
                      <a:pt x="34793" y="4692"/>
                    </a:lnTo>
                    <a:lnTo>
                      <a:pt x="34501" y="4342"/>
                    </a:lnTo>
                    <a:lnTo>
                      <a:pt x="34189" y="4011"/>
                    </a:lnTo>
                    <a:lnTo>
                      <a:pt x="33877" y="3680"/>
                    </a:lnTo>
                    <a:lnTo>
                      <a:pt x="33566" y="3349"/>
                    </a:lnTo>
                    <a:lnTo>
                      <a:pt x="33216" y="3037"/>
                    </a:lnTo>
                    <a:lnTo>
                      <a:pt x="32865" y="2745"/>
                    </a:lnTo>
                    <a:lnTo>
                      <a:pt x="32515" y="2453"/>
                    </a:lnTo>
                    <a:lnTo>
                      <a:pt x="32145" y="2181"/>
                    </a:lnTo>
                    <a:lnTo>
                      <a:pt x="31755" y="1927"/>
                    </a:lnTo>
                    <a:lnTo>
                      <a:pt x="31366" y="1694"/>
                    </a:lnTo>
                    <a:lnTo>
                      <a:pt x="30957" y="1460"/>
                    </a:lnTo>
                    <a:lnTo>
                      <a:pt x="30548" y="1246"/>
                    </a:lnTo>
                    <a:lnTo>
                      <a:pt x="30139" y="1051"/>
                    </a:lnTo>
                    <a:lnTo>
                      <a:pt x="29711" y="876"/>
                    </a:lnTo>
                    <a:lnTo>
                      <a:pt x="29263" y="701"/>
                    </a:lnTo>
                    <a:lnTo>
                      <a:pt x="28835" y="565"/>
                    </a:lnTo>
                    <a:lnTo>
                      <a:pt x="28387" y="428"/>
                    </a:lnTo>
                    <a:lnTo>
                      <a:pt x="27939" y="312"/>
                    </a:lnTo>
                    <a:lnTo>
                      <a:pt x="27492" y="214"/>
                    </a:lnTo>
                    <a:lnTo>
                      <a:pt x="27044" y="136"/>
                    </a:lnTo>
                    <a:lnTo>
                      <a:pt x="26596" y="78"/>
                    </a:lnTo>
                    <a:lnTo>
                      <a:pt x="26129" y="19"/>
                    </a:lnTo>
                    <a:lnTo>
                      <a:pt x="2568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0" name="Google Shape;7220;p32"/>
              <p:cNvSpPr/>
              <p:nvPr/>
            </p:nvSpPr>
            <p:spPr>
              <a:xfrm>
                <a:off x="5533200" y="-2000250"/>
                <a:ext cx="1268450" cy="1707000"/>
              </a:xfrm>
              <a:custGeom>
                <a:avLst/>
                <a:gdLst/>
                <a:ahLst/>
                <a:cxnLst/>
                <a:rect l="l" t="t" r="r" b="b"/>
                <a:pathLst>
                  <a:path w="50738" h="68280" fill="none" extrusionOk="0">
                    <a:moveTo>
                      <a:pt x="18127" y="66936"/>
                    </a:moveTo>
                    <a:lnTo>
                      <a:pt x="18127" y="66936"/>
                    </a:lnTo>
                    <a:lnTo>
                      <a:pt x="17445" y="66644"/>
                    </a:lnTo>
                    <a:lnTo>
                      <a:pt x="16783" y="66313"/>
                    </a:lnTo>
                    <a:lnTo>
                      <a:pt x="16141" y="65982"/>
                    </a:lnTo>
                    <a:lnTo>
                      <a:pt x="15498" y="65612"/>
                    </a:lnTo>
                    <a:lnTo>
                      <a:pt x="14875" y="65223"/>
                    </a:lnTo>
                    <a:lnTo>
                      <a:pt x="14252" y="64814"/>
                    </a:lnTo>
                    <a:lnTo>
                      <a:pt x="13629" y="64386"/>
                    </a:lnTo>
                    <a:lnTo>
                      <a:pt x="13045" y="63938"/>
                    </a:lnTo>
                    <a:lnTo>
                      <a:pt x="12442" y="63471"/>
                    </a:lnTo>
                    <a:lnTo>
                      <a:pt x="11877" y="63003"/>
                    </a:lnTo>
                    <a:lnTo>
                      <a:pt x="11293" y="62517"/>
                    </a:lnTo>
                    <a:lnTo>
                      <a:pt x="10748" y="62010"/>
                    </a:lnTo>
                    <a:lnTo>
                      <a:pt x="10183" y="61504"/>
                    </a:lnTo>
                    <a:lnTo>
                      <a:pt x="9638" y="60998"/>
                    </a:lnTo>
                    <a:lnTo>
                      <a:pt x="8587" y="59947"/>
                    </a:lnTo>
                    <a:lnTo>
                      <a:pt x="8587" y="59947"/>
                    </a:lnTo>
                    <a:lnTo>
                      <a:pt x="7613" y="58915"/>
                    </a:lnTo>
                    <a:lnTo>
                      <a:pt x="6659" y="57883"/>
                    </a:lnTo>
                    <a:lnTo>
                      <a:pt x="6192" y="57338"/>
                    </a:lnTo>
                    <a:lnTo>
                      <a:pt x="5744" y="56812"/>
                    </a:lnTo>
                    <a:lnTo>
                      <a:pt x="5296" y="56267"/>
                    </a:lnTo>
                    <a:lnTo>
                      <a:pt x="4849" y="55702"/>
                    </a:lnTo>
                    <a:lnTo>
                      <a:pt x="4440" y="55138"/>
                    </a:lnTo>
                    <a:lnTo>
                      <a:pt x="4031" y="54573"/>
                    </a:lnTo>
                    <a:lnTo>
                      <a:pt x="3622" y="53989"/>
                    </a:lnTo>
                    <a:lnTo>
                      <a:pt x="3252" y="53385"/>
                    </a:lnTo>
                    <a:lnTo>
                      <a:pt x="2882" y="52801"/>
                    </a:lnTo>
                    <a:lnTo>
                      <a:pt x="2532" y="52178"/>
                    </a:lnTo>
                    <a:lnTo>
                      <a:pt x="2201" y="51555"/>
                    </a:lnTo>
                    <a:lnTo>
                      <a:pt x="1889" y="50932"/>
                    </a:lnTo>
                    <a:lnTo>
                      <a:pt x="1889" y="50932"/>
                    </a:lnTo>
                    <a:lnTo>
                      <a:pt x="1675" y="50445"/>
                    </a:lnTo>
                    <a:lnTo>
                      <a:pt x="1461" y="49978"/>
                    </a:lnTo>
                    <a:lnTo>
                      <a:pt x="1266" y="49491"/>
                    </a:lnTo>
                    <a:lnTo>
                      <a:pt x="1071" y="48985"/>
                    </a:lnTo>
                    <a:lnTo>
                      <a:pt x="896" y="48498"/>
                    </a:lnTo>
                    <a:lnTo>
                      <a:pt x="741" y="47992"/>
                    </a:lnTo>
                    <a:lnTo>
                      <a:pt x="604" y="47486"/>
                    </a:lnTo>
                    <a:lnTo>
                      <a:pt x="468" y="46960"/>
                    </a:lnTo>
                    <a:lnTo>
                      <a:pt x="351" y="46454"/>
                    </a:lnTo>
                    <a:lnTo>
                      <a:pt x="254" y="45948"/>
                    </a:lnTo>
                    <a:lnTo>
                      <a:pt x="176" y="45422"/>
                    </a:lnTo>
                    <a:lnTo>
                      <a:pt x="98" y="44897"/>
                    </a:lnTo>
                    <a:lnTo>
                      <a:pt x="59" y="44371"/>
                    </a:lnTo>
                    <a:lnTo>
                      <a:pt x="20" y="43845"/>
                    </a:lnTo>
                    <a:lnTo>
                      <a:pt x="1" y="43320"/>
                    </a:lnTo>
                    <a:lnTo>
                      <a:pt x="1" y="42794"/>
                    </a:lnTo>
                    <a:lnTo>
                      <a:pt x="1" y="42794"/>
                    </a:lnTo>
                    <a:lnTo>
                      <a:pt x="40" y="41859"/>
                    </a:lnTo>
                    <a:lnTo>
                      <a:pt x="98" y="40905"/>
                    </a:lnTo>
                    <a:lnTo>
                      <a:pt x="137" y="40419"/>
                    </a:lnTo>
                    <a:lnTo>
                      <a:pt x="195" y="39951"/>
                    </a:lnTo>
                    <a:lnTo>
                      <a:pt x="273" y="39465"/>
                    </a:lnTo>
                    <a:lnTo>
                      <a:pt x="351" y="38978"/>
                    </a:lnTo>
                    <a:lnTo>
                      <a:pt x="448" y="38511"/>
                    </a:lnTo>
                    <a:lnTo>
                      <a:pt x="565" y="38043"/>
                    </a:lnTo>
                    <a:lnTo>
                      <a:pt x="702" y="37596"/>
                    </a:lnTo>
                    <a:lnTo>
                      <a:pt x="857" y="37148"/>
                    </a:lnTo>
                    <a:lnTo>
                      <a:pt x="1052" y="36700"/>
                    </a:lnTo>
                    <a:lnTo>
                      <a:pt x="1247" y="36272"/>
                    </a:lnTo>
                    <a:lnTo>
                      <a:pt x="1480" y="35863"/>
                    </a:lnTo>
                    <a:lnTo>
                      <a:pt x="1733" y="35473"/>
                    </a:lnTo>
                    <a:lnTo>
                      <a:pt x="1733" y="35473"/>
                    </a:lnTo>
                    <a:lnTo>
                      <a:pt x="2064" y="35045"/>
                    </a:lnTo>
                    <a:lnTo>
                      <a:pt x="2415" y="34656"/>
                    </a:lnTo>
                    <a:lnTo>
                      <a:pt x="2785" y="34286"/>
                    </a:lnTo>
                    <a:lnTo>
                      <a:pt x="3194" y="33955"/>
                    </a:lnTo>
                    <a:lnTo>
                      <a:pt x="3641" y="33643"/>
                    </a:lnTo>
                    <a:lnTo>
                      <a:pt x="4089" y="33390"/>
                    </a:lnTo>
                    <a:lnTo>
                      <a:pt x="4557" y="33157"/>
                    </a:lnTo>
                    <a:lnTo>
                      <a:pt x="5043" y="32962"/>
                    </a:lnTo>
                    <a:lnTo>
                      <a:pt x="5549" y="32806"/>
                    </a:lnTo>
                    <a:lnTo>
                      <a:pt x="6056" y="32689"/>
                    </a:lnTo>
                    <a:lnTo>
                      <a:pt x="6562" y="32611"/>
                    </a:lnTo>
                    <a:lnTo>
                      <a:pt x="6834" y="32611"/>
                    </a:lnTo>
                    <a:lnTo>
                      <a:pt x="7088" y="32592"/>
                    </a:lnTo>
                    <a:lnTo>
                      <a:pt x="7341" y="32611"/>
                    </a:lnTo>
                    <a:lnTo>
                      <a:pt x="7594" y="32631"/>
                    </a:lnTo>
                    <a:lnTo>
                      <a:pt x="7847" y="32650"/>
                    </a:lnTo>
                    <a:lnTo>
                      <a:pt x="8100" y="32709"/>
                    </a:lnTo>
                    <a:lnTo>
                      <a:pt x="8353" y="32767"/>
                    </a:lnTo>
                    <a:lnTo>
                      <a:pt x="8587" y="32845"/>
                    </a:lnTo>
                    <a:lnTo>
                      <a:pt x="8840" y="32923"/>
                    </a:lnTo>
                    <a:lnTo>
                      <a:pt x="9073" y="33020"/>
                    </a:lnTo>
                    <a:lnTo>
                      <a:pt x="9073" y="33020"/>
                    </a:lnTo>
                    <a:lnTo>
                      <a:pt x="9015" y="32767"/>
                    </a:lnTo>
                    <a:lnTo>
                      <a:pt x="8957" y="32495"/>
                    </a:lnTo>
                    <a:lnTo>
                      <a:pt x="8937" y="32241"/>
                    </a:lnTo>
                    <a:lnTo>
                      <a:pt x="8918" y="31969"/>
                    </a:lnTo>
                    <a:lnTo>
                      <a:pt x="8937" y="31696"/>
                    </a:lnTo>
                    <a:lnTo>
                      <a:pt x="8976" y="31424"/>
                    </a:lnTo>
                    <a:lnTo>
                      <a:pt x="9034" y="31171"/>
                    </a:lnTo>
                    <a:lnTo>
                      <a:pt x="9112" y="30918"/>
                    </a:lnTo>
                    <a:lnTo>
                      <a:pt x="9210" y="30664"/>
                    </a:lnTo>
                    <a:lnTo>
                      <a:pt x="9327" y="30411"/>
                    </a:lnTo>
                    <a:lnTo>
                      <a:pt x="9463" y="30178"/>
                    </a:lnTo>
                    <a:lnTo>
                      <a:pt x="9619" y="29964"/>
                    </a:lnTo>
                    <a:lnTo>
                      <a:pt x="9794" y="29749"/>
                    </a:lnTo>
                    <a:lnTo>
                      <a:pt x="9988" y="29574"/>
                    </a:lnTo>
                    <a:lnTo>
                      <a:pt x="10183" y="29399"/>
                    </a:lnTo>
                    <a:lnTo>
                      <a:pt x="10417" y="29243"/>
                    </a:lnTo>
                    <a:lnTo>
                      <a:pt x="10417" y="29243"/>
                    </a:lnTo>
                    <a:lnTo>
                      <a:pt x="10631" y="29107"/>
                    </a:lnTo>
                    <a:lnTo>
                      <a:pt x="10884" y="28990"/>
                    </a:lnTo>
                    <a:lnTo>
                      <a:pt x="11137" y="28893"/>
                    </a:lnTo>
                    <a:lnTo>
                      <a:pt x="11390" y="28815"/>
                    </a:lnTo>
                    <a:lnTo>
                      <a:pt x="11663" y="28776"/>
                    </a:lnTo>
                    <a:lnTo>
                      <a:pt x="11916" y="28737"/>
                    </a:lnTo>
                    <a:lnTo>
                      <a:pt x="12189" y="28737"/>
                    </a:lnTo>
                    <a:lnTo>
                      <a:pt x="12461" y="28756"/>
                    </a:lnTo>
                    <a:lnTo>
                      <a:pt x="12734" y="28776"/>
                    </a:lnTo>
                    <a:lnTo>
                      <a:pt x="12987" y="28834"/>
                    </a:lnTo>
                    <a:lnTo>
                      <a:pt x="13259" y="28912"/>
                    </a:lnTo>
                    <a:lnTo>
                      <a:pt x="13512" y="29010"/>
                    </a:lnTo>
                    <a:lnTo>
                      <a:pt x="13746" y="29126"/>
                    </a:lnTo>
                    <a:lnTo>
                      <a:pt x="13980" y="29263"/>
                    </a:lnTo>
                    <a:lnTo>
                      <a:pt x="14194" y="29418"/>
                    </a:lnTo>
                    <a:lnTo>
                      <a:pt x="14408" y="29574"/>
                    </a:lnTo>
                    <a:lnTo>
                      <a:pt x="14408" y="29574"/>
                    </a:lnTo>
                    <a:lnTo>
                      <a:pt x="14077" y="28387"/>
                    </a:lnTo>
                    <a:lnTo>
                      <a:pt x="13785" y="27179"/>
                    </a:lnTo>
                    <a:lnTo>
                      <a:pt x="13551" y="25972"/>
                    </a:lnTo>
                    <a:lnTo>
                      <a:pt x="13357" y="24746"/>
                    </a:lnTo>
                    <a:lnTo>
                      <a:pt x="13201" y="23519"/>
                    </a:lnTo>
                    <a:lnTo>
                      <a:pt x="13084" y="22293"/>
                    </a:lnTo>
                    <a:lnTo>
                      <a:pt x="13026" y="21047"/>
                    </a:lnTo>
                    <a:lnTo>
                      <a:pt x="12987" y="19820"/>
                    </a:lnTo>
                    <a:lnTo>
                      <a:pt x="13006" y="18574"/>
                    </a:lnTo>
                    <a:lnTo>
                      <a:pt x="13084" y="17347"/>
                    </a:lnTo>
                    <a:lnTo>
                      <a:pt x="13181" y="16101"/>
                    </a:lnTo>
                    <a:lnTo>
                      <a:pt x="13337" y="14875"/>
                    </a:lnTo>
                    <a:lnTo>
                      <a:pt x="13532" y="13648"/>
                    </a:lnTo>
                    <a:lnTo>
                      <a:pt x="13766" y="12441"/>
                    </a:lnTo>
                    <a:lnTo>
                      <a:pt x="14058" y="11234"/>
                    </a:lnTo>
                    <a:lnTo>
                      <a:pt x="14389" y="10046"/>
                    </a:lnTo>
                    <a:lnTo>
                      <a:pt x="14389" y="10046"/>
                    </a:lnTo>
                    <a:lnTo>
                      <a:pt x="14564" y="9443"/>
                    </a:lnTo>
                    <a:lnTo>
                      <a:pt x="14759" y="8839"/>
                    </a:lnTo>
                    <a:lnTo>
                      <a:pt x="14992" y="8236"/>
                    </a:lnTo>
                    <a:lnTo>
                      <a:pt x="15226" y="7632"/>
                    </a:lnTo>
                    <a:lnTo>
                      <a:pt x="15459" y="7048"/>
                    </a:lnTo>
                    <a:lnTo>
                      <a:pt x="15732" y="6464"/>
                    </a:lnTo>
                    <a:lnTo>
                      <a:pt x="16024" y="5899"/>
                    </a:lnTo>
                    <a:lnTo>
                      <a:pt x="16336" y="5354"/>
                    </a:lnTo>
                    <a:lnTo>
                      <a:pt x="16667" y="4809"/>
                    </a:lnTo>
                    <a:lnTo>
                      <a:pt x="17017" y="4283"/>
                    </a:lnTo>
                    <a:lnTo>
                      <a:pt x="17387" y="3777"/>
                    </a:lnTo>
                    <a:lnTo>
                      <a:pt x="17796" y="3310"/>
                    </a:lnTo>
                    <a:lnTo>
                      <a:pt x="18224" y="2843"/>
                    </a:lnTo>
                    <a:lnTo>
                      <a:pt x="18672" y="2414"/>
                    </a:lnTo>
                    <a:lnTo>
                      <a:pt x="19159" y="2025"/>
                    </a:lnTo>
                    <a:lnTo>
                      <a:pt x="19665" y="1635"/>
                    </a:lnTo>
                    <a:lnTo>
                      <a:pt x="19665" y="1635"/>
                    </a:lnTo>
                    <a:lnTo>
                      <a:pt x="20054" y="1402"/>
                    </a:lnTo>
                    <a:lnTo>
                      <a:pt x="20444" y="1168"/>
                    </a:lnTo>
                    <a:lnTo>
                      <a:pt x="20833" y="954"/>
                    </a:lnTo>
                    <a:lnTo>
                      <a:pt x="21261" y="779"/>
                    </a:lnTo>
                    <a:lnTo>
                      <a:pt x="21670" y="604"/>
                    </a:lnTo>
                    <a:lnTo>
                      <a:pt x="22098" y="467"/>
                    </a:lnTo>
                    <a:lnTo>
                      <a:pt x="22527" y="331"/>
                    </a:lnTo>
                    <a:lnTo>
                      <a:pt x="22975" y="234"/>
                    </a:lnTo>
                    <a:lnTo>
                      <a:pt x="23403" y="136"/>
                    </a:lnTo>
                    <a:lnTo>
                      <a:pt x="23851" y="78"/>
                    </a:lnTo>
                    <a:lnTo>
                      <a:pt x="24318" y="39"/>
                    </a:lnTo>
                    <a:lnTo>
                      <a:pt x="24766" y="0"/>
                    </a:lnTo>
                    <a:lnTo>
                      <a:pt x="25214" y="0"/>
                    </a:lnTo>
                    <a:lnTo>
                      <a:pt x="25681" y="0"/>
                    </a:lnTo>
                    <a:lnTo>
                      <a:pt x="26129" y="19"/>
                    </a:lnTo>
                    <a:lnTo>
                      <a:pt x="26596" y="78"/>
                    </a:lnTo>
                    <a:lnTo>
                      <a:pt x="27044" y="136"/>
                    </a:lnTo>
                    <a:lnTo>
                      <a:pt x="27492" y="214"/>
                    </a:lnTo>
                    <a:lnTo>
                      <a:pt x="27939" y="312"/>
                    </a:lnTo>
                    <a:lnTo>
                      <a:pt x="28387" y="428"/>
                    </a:lnTo>
                    <a:lnTo>
                      <a:pt x="28835" y="565"/>
                    </a:lnTo>
                    <a:lnTo>
                      <a:pt x="29263" y="701"/>
                    </a:lnTo>
                    <a:lnTo>
                      <a:pt x="29711" y="876"/>
                    </a:lnTo>
                    <a:lnTo>
                      <a:pt x="30139" y="1051"/>
                    </a:lnTo>
                    <a:lnTo>
                      <a:pt x="30548" y="1246"/>
                    </a:lnTo>
                    <a:lnTo>
                      <a:pt x="30957" y="1460"/>
                    </a:lnTo>
                    <a:lnTo>
                      <a:pt x="31366" y="1694"/>
                    </a:lnTo>
                    <a:lnTo>
                      <a:pt x="31755" y="1927"/>
                    </a:lnTo>
                    <a:lnTo>
                      <a:pt x="32145" y="2181"/>
                    </a:lnTo>
                    <a:lnTo>
                      <a:pt x="32515" y="2453"/>
                    </a:lnTo>
                    <a:lnTo>
                      <a:pt x="32865" y="2745"/>
                    </a:lnTo>
                    <a:lnTo>
                      <a:pt x="33216" y="3037"/>
                    </a:lnTo>
                    <a:lnTo>
                      <a:pt x="33216" y="3037"/>
                    </a:lnTo>
                    <a:lnTo>
                      <a:pt x="33566" y="3349"/>
                    </a:lnTo>
                    <a:lnTo>
                      <a:pt x="33877" y="3680"/>
                    </a:lnTo>
                    <a:lnTo>
                      <a:pt x="34189" y="4011"/>
                    </a:lnTo>
                    <a:lnTo>
                      <a:pt x="34501" y="4342"/>
                    </a:lnTo>
                    <a:lnTo>
                      <a:pt x="34793" y="4692"/>
                    </a:lnTo>
                    <a:lnTo>
                      <a:pt x="35065" y="5062"/>
                    </a:lnTo>
                    <a:lnTo>
                      <a:pt x="35318" y="5432"/>
                    </a:lnTo>
                    <a:lnTo>
                      <a:pt x="35571" y="5802"/>
                    </a:lnTo>
                    <a:lnTo>
                      <a:pt x="35824" y="6191"/>
                    </a:lnTo>
                    <a:lnTo>
                      <a:pt x="36058" y="6581"/>
                    </a:lnTo>
                    <a:lnTo>
                      <a:pt x="36272" y="6990"/>
                    </a:lnTo>
                    <a:lnTo>
                      <a:pt x="36467" y="7398"/>
                    </a:lnTo>
                    <a:lnTo>
                      <a:pt x="36681" y="7807"/>
                    </a:lnTo>
                    <a:lnTo>
                      <a:pt x="36856" y="8216"/>
                    </a:lnTo>
                    <a:lnTo>
                      <a:pt x="37032" y="8644"/>
                    </a:lnTo>
                    <a:lnTo>
                      <a:pt x="37187" y="9073"/>
                    </a:lnTo>
                    <a:lnTo>
                      <a:pt x="37343" y="9521"/>
                    </a:lnTo>
                    <a:lnTo>
                      <a:pt x="37479" y="9949"/>
                    </a:lnTo>
                    <a:lnTo>
                      <a:pt x="37596" y="10397"/>
                    </a:lnTo>
                    <a:lnTo>
                      <a:pt x="37713" y="10845"/>
                    </a:lnTo>
                    <a:lnTo>
                      <a:pt x="37927" y="11740"/>
                    </a:lnTo>
                    <a:lnTo>
                      <a:pt x="38083" y="12655"/>
                    </a:lnTo>
                    <a:lnTo>
                      <a:pt x="38200" y="13570"/>
                    </a:lnTo>
                    <a:lnTo>
                      <a:pt x="38258" y="14505"/>
                    </a:lnTo>
                    <a:lnTo>
                      <a:pt x="38297" y="15420"/>
                    </a:lnTo>
                    <a:lnTo>
                      <a:pt x="38278" y="16335"/>
                    </a:lnTo>
                    <a:lnTo>
                      <a:pt x="38278" y="16335"/>
                    </a:lnTo>
                    <a:lnTo>
                      <a:pt x="38219" y="17250"/>
                    </a:lnTo>
                    <a:lnTo>
                      <a:pt x="38122" y="18165"/>
                    </a:lnTo>
                    <a:lnTo>
                      <a:pt x="38005" y="19080"/>
                    </a:lnTo>
                    <a:lnTo>
                      <a:pt x="37849" y="19976"/>
                    </a:lnTo>
                    <a:lnTo>
                      <a:pt x="37655" y="20871"/>
                    </a:lnTo>
                    <a:lnTo>
                      <a:pt x="37440" y="21767"/>
                    </a:lnTo>
                    <a:lnTo>
                      <a:pt x="37207" y="22643"/>
                    </a:lnTo>
                    <a:lnTo>
                      <a:pt x="36934" y="23519"/>
                    </a:lnTo>
                    <a:lnTo>
                      <a:pt x="36642" y="24395"/>
                    </a:lnTo>
                    <a:lnTo>
                      <a:pt x="36331" y="25252"/>
                    </a:lnTo>
                    <a:lnTo>
                      <a:pt x="36000" y="26128"/>
                    </a:lnTo>
                    <a:lnTo>
                      <a:pt x="35649" y="26965"/>
                    </a:lnTo>
                    <a:lnTo>
                      <a:pt x="35279" y="27822"/>
                    </a:lnTo>
                    <a:lnTo>
                      <a:pt x="34909" y="28659"/>
                    </a:lnTo>
                    <a:lnTo>
                      <a:pt x="34501" y="29496"/>
                    </a:lnTo>
                    <a:lnTo>
                      <a:pt x="34092" y="30314"/>
                    </a:lnTo>
                    <a:lnTo>
                      <a:pt x="34092" y="30314"/>
                    </a:lnTo>
                    <a:lnTo>
                      <a:pt x="34150" y="30197"/>
                    </a:lnTo>
                    <a:lnTo>
                      <a:pt x="34208" y="30080"/>
                    </a:lnTo>
                    <a:lnTo>
                      <a:pt x="34345" y="29886"/>
                    </a:lnTo>
                    <a:lnTo>
                      <a:pt x="34520" y="29730"/>
                    </a:lnTo>
                    <a:lnTo>
                      <a:pt x="34715" y="29594"/>
                    </a:lnTo>
                    <a:lnTo>
                      <a:pt x="34929" y="29496"/>
                    </a:lnTo>
                    <a:lnTo>
                      <a:pt x="35162" y="29438"/>
                    </a:lnTo>
                    <a:lnTo>
                      <a:pt x="35396" y="29399"/>
                    </a:lnTo>
                    <a:lnTo>
                      <a:pt x="35649" y="29399"/>
                    </a:lnTo>
                    <a:lnTo>
                      <a:pt x="35922" y="29418"/>
                    </a:lnTo>
                    <a:lnTo>
                      <a:pt x="36175" y="29457"/>
                    </a:lnTo>
                    <a:lnTo>
                      <a:pt x="36428" y="29535"/>
                    </a:lnTo>
                    <a:lnTo>
                      <a:pt x="36681" y="29652"/>
                    </a:lnTo>
                    <a:lnTo>
                      <a:pt x="36895" y="29769"/>
                    </a:lnTo>
                    <a:lnTo>
                      <a:pt x="37109" y="29925"/>
                    </a:lnTo>
                    <a:lnTo>
                      <a:pt x="37304" y="30100"/>
                    </a:lnTo>
                    <a:lnTo>
                      <a:pt x="37460" y="30314"/>
                    </a:lnTo>
                    <a:lnTo>
                      <a:pt x="37460" y="30314"/>
                    </a:lnTo>
                    <a:lnTo>
                      <a:pt x="37616" y="30528"/>
                    </a:lnTo>
                    <a:lnTo>
                      <a:pt x="37732" y="30742"/>
                    </a:lnTo>
                    <a:lnTo>
                      <a:pt x="37830" y="30976"/>
                    </a:lnTo>
                    <a:lnTo>
                      <a:pt x="37908" y="31229"/>
                    </a:lnTo>
                    <a:lnTo>
                      <a:pt x="37966" y="31463"/>
                    </a:lnTo>
                    <a:lnTo>
                      <a:pt x="38024" y="31716"/>
                    </a:lnTo>
                    <a:lnTo>
                      <a:pt x="38044" y="31969"/>
                    </a:lnTo>
                    <a:lnTo>
                      <a:pt x="38083" y="32241"/>
                    </a:lnTo>
                    <a:lnTo>
                      <a:pt x="38083" y="32767"/>
                    </a:lnTo>
                    <a:lnTo>
                      <a:pt x="38063" y="33293"/>
                    </a:lnTo>
                    <a:lnTo>
                      <a:pt x="38024" y="33818"/>
                    </a:lnTo>
                    <a:lnTo>
                      <a:pt x="37966" y="34344"/>
                    </a:lnTo>
                    <a:lnTo>
                      <a:pt x="37966" y="34344"/>
                    </a:lnTo>
                    <a:lnTo>
                      <a:pt x="38141" y="34111"/>
                    </a:lnTo>
                    <a:lnTo>
                      <a:pt x="38355" y="33896"/>
                    </a:lnTo>
                    <a:lnTo>
                      <a:pt x="38570" y="33682"/>
                    </a:lnTo>
                    <a:lnTo>
                      <a:pt x="38784" y="33507"/>
                    </a:lnTo>
                    <a:lnTo>
                      <a:pt x="39017" y="33332"/>
                    </a:lnTo>
                    <a:lnTo>
                      <a:pt x="39271" y="33157"/>
                    </a:lnTo>
                    <a:lnTo>
                      <a:pt x="39524" y="33020"/>
                    </a:lnTo>
                    <a:lnTo>
                      <a:pt x="39777" y="32884"/>
                    </a:lnTo>
                    <a:lnTo>
                      <a:pt x="40049" y="32767"/>
                    </a:lnTo>
                    <a:lnTo>
                      <a:pt x="40322" y="32650"/>
                    </a:lnTo>
                    <a:lnTo>
                      <a:pt x="40594" y="32553"/>
                    </a:lnTo>
                    <a:lnTo>
                      <a:pt x="40886" y="32475"/>
                    </a:lnTo>
                    <a:lnTo>
                      <a:pt x="41159" y="32417"/>
                    </a:lnTo>
                    <a:lnTo>
                      <a:pt x="41471" y="32358"/>
                    </a:lnTo>
                    <a:lnTo>
                      <a:pt x="41763" y="32319"/>
                    </a:lnTo>
                    <a:lnTo>
                      <a:pt x="42055" y="32280"/>
                    </a:lnTo>
                    <a:lnTo>
                      <a:pt x="42347" y="32261"/>
                    </a:lnTo>
                    <a:lnTo>
                      <a:pt x="42658" y="32261"/>
                    </a:lnTo>
                    <a:lnTo>
                      <a:pt x="42950" y="32261"/>
                    </a:lnTo>
                    <a:lnTo>
                      <a:pt x="43262" y="32300"/>
                    </a:lnTo>
                    <a:lnTo>
                      <a:pt x="43554" y="32319"/>
                    </a:lnTo>
                    <a:lnTo>
                      <a:pt x="43865" y="32378"/>
                    </a:lnTo>
                    <a:lnTo>
                      <a:pt x="44157" y="32417"/>
                    </a:lnTo>
                    <a:lnTo>
                      <a:pt x="44449" y="32495"/>
                    </a:lnTo>
                    <a:lnTo>
                      <a:pt x="44761" y="32572"/>
                    </a:lnTo>
                    <a:lnTo>
                      <a:pt x="45033" y="32670"/>
                    </a:lnTo>
                    <a:lnTo>
                      <a:pt x="45325" y="32767"/>
                    </a:lnTo>
                    <a:lnTo>
                      <a:pt x="45598" y="32884"/>
                    </a:lnTo>
                    <a:lnTo>
                      <a:pt x="45871" y="33020"/>
                    </a:lnTo>
                    <a:lnTo>
                      <a:pt x="46143" y="33157"/>
                    </a:lnTo>
                    <a:lnTo>
                      <a:pt x="46416" y="33312"/>
                    </a:lnTo>
                    <a:lnTo>
                      <a:pt x="46669" y="33468"/>
                    </a:lnTo>
                    <a:lnTo>
                      <a:pt x="46669" y="33468"/>
                    </a:lnTo>
                    <a:lnTo>
                      <a:pt x="46941" y="33682"/>
                    </a:lnTo>
                    <a:lnTo>
                      <a:pt x="47195" y="33877"/>
                    </a:lnTo>
                    <a:lnTo>
                      <a:pt x="47467" y="34091"/>
                    </a:lnTo>
                    <a:lnTo>
                      <a:pt x="47701" y="34305"/>
                    </a:lnTo>
                    <a:lnTo>
                      <a:pt x="48149" y="34734"/>
                    </a:lnTo>
                    <a:lnTo>
                      <a:pt x="48577" y="35201"/>
                    </a:lnTo>
                    <a:lnTo>
                      <a:pt x="48947" y="35688"/>
                    </a:lnTo>
                    <a:lnTo>
                      <a:pt x="49278" y="36194"/>
                    </a:lnTo>
                    <a:lnTo>
                      <a:pt x="49570" y="36719"/>
                    </a:lnTo>
                    <a:lnTo>
                      <a:pt x="49823" y="37245"/>
                    </a:lnTo>
                    <a:lnTo>
                      <a:pt x="50037" y="37790"/>
                    </a:lnTo>
                    <a:lnTo>
                      <a:pt x="50232" y="38355"/>
                    </a:lnTo>
                    <a:lnTo>
                      <a:pt x="50388" y="38939"/>
                    </a:lnTo>
                    <a:lnTo>
                      <a:pt x="50504" y="39523"/>
                    </a:lnTo>
                    <a:lnTo>
                      <a:pt x="50602" y="40127"/>
                    </a:lnTo>
                    <a:lnTo>
                      <a:pt x="50680" y="40730"/>
                    </a:lnTo>
                    <a:lnTo>
                      <a:pt x="50719" y="41353"/>
                    </a:lnTo>
                    <a:lnTo>
                      <a:pt x="50738" y="41976"/>
                    </a:lnTo>
                    <a:lnTo>
                      <a:pt x="50738" y="42599"/>
                    </a:lnTo>
                    <a:lnTo>
                      <a:pt x="50719" y="43222"/>
                    </a:lnTo>
                    <a:lnTo>
                      <a:pt x="50680" y="43865"/>
                    </a:lnTo>
                    <a:lnTo>
                      <a:pt x="50621" y="44507"/>
                    </a:lnTo>
                    <a:lnTo>
                      <a:pt x="50543" y="45130"/>
                    </a:lnTo>
                    <a:lnTo>
                      <a:pt x="50465" y="45773"/>
                    </a:lnTo>
                    <a:lnTo>
                      <a:pt x="50349" y="46396"/>
                    </a:lnTo>
                    <a:lnTo>
                      <a:pt x="50232" y="47038"/>
                    </a:lnTo>
                    <a:lnTo>
                      <a:pt x="49979" y="48284"/>
                    </a:lnTo>
                    <a:lnTo>
                      <a:pt x="49706" y="49491"/>
                    </a:lnTo>
                    <a:lnTo>
                      <a:pt x="49395" y="50679"/>
                    </a:lnTo>
                    <a:lnTo>
                      <a:pt x="49103" y="51828"/>
                    </a:lnTo>
                    <a:lnTo>
                      <a:pt x="49103" y="51828"/>
                    </a:lnTo>
                    <a:lnTo>
                      <a:pt x="48927" y="52451"/>
                    </a:lnTo>
                    <a:lnTo>
                      <a:pt x="48733" y="53074"/>
                    </a:lnTo>
                    <a:lnTo>
                      <a:pt x="48538" y="53697"/>
                    </a:lnTo>
                    <a:lnTo>
                      <a:pt x="48304" y="54320"/>
                    </a:lnTo>
                    <a:lnTo>
                      <a:pt x="48071" y="54923"/>
                    </a:lnTo>
                    <a:lnTo>
                      <a:pt x="47818" y="55527"/>
                    </a:lnTo>
                    <a:lnTo>
                      <a:pt x="47564" y="56131"/>
                    </a:lnTo>
                    <a:lnTo>
                      <a:pt x="47272" y="56715"/>
                    </a:lnTo>
                    <a:lnTo>
                      <a:pt x="46961" y="57299"/>
                    </a:lnTo>
                    <a:lnTo>
                      <a:pt x="46649" y="57863"/>
                    </a:lnTo>
                    <a:lnTo>
                      <a:pt x="46318" y="58428"/>
                    </a:lnTo>
                    <a:lnTo>
                      <a:pt x="45949" y="58973"/>
                    </a:lnTo>
                    <a:lnTo>
                      <a:pt x="45579" y="59499"/>
                    </a:lnTo>
                    <a:lnTo>
                      <a:pt x="45189" y="60024"/>
                    </a:lnTo>
                    <a:lnTo>
                      <a:pt x="44780" y="60511"/>
                    </a:lnTo>
                    <a:lnTo>
                      <a:pt x="44333" y="60998"/>
                    </a:lnTo>
                    <a:lnTo>
                      <a:pt x="44333" y="60998"/>
                    </a:lnTo>
                    <a:lnTo>
                      <a:pt x="43729" y="61621"/>
                    </a:lnTo>
                    <a:lnTo>
                      <a:pt x="43106" y="62205"/>
                    </a:lnTo>
                    <a:lnTo>
                      <a:pt x="42444" y="62750"/>
                    </a:lnTo>
                    <a:lnTo>
                      <a:pt x="41763" y="63256"/>
                    </a:lnTo>
                    <a:lnTo>
                      <a:pt x="41062" y="63743"/>
                    </a:lnTo>
                    <a:lnTo>
                      <a:pt x="40322" y="64210"/>
                    </a:lnTo>
                    <a:lnTo>
                      <a:pt x="39582" y="64639"/>
                    </a:lnTo>
                    <a:lnTo>
                      <a:pt x="38803" y="65028"/>
                    </a:lnTo>
                    <a:lnTo>
                      <a:pt x="38024" y="65398"/>
                    </a:lnTo>
                    <a:lnTo>
                      <a:pt x="37246" y="65748"/>
                    </a:lnTo>
                    <a:lnTo>
                      <a:pt x="36428" y="66060"/>
                    </a:lnTo>
                    <a:lnTo>
                      <a:pt x="35610" y="66371"/>
                    </a:lnTo>
                    <a:lnTo>
                      <a:pt x="34793" y="66644"/>
                    </a:lnTo>
                    <a:lnTo>
                      <a:pt x="33955" y="66897"/>
                    </a:lnTo>
                    <a:lnTo>
                      <a:pt x="33118" y="67131"/>
                    </a:lnTo>
                    <a:lnTo>
                      <a:pt x="32281" y="67345"/>
                    </a:lnTo>
                    <a:lnTo>
                      <a:pt x="32281" y="67345"/>
                    </a:lnTo>
                    <a:lnTo>
                      <a:pt x="31541" y="67520"/>
                    </a:lnTo>
                    <a:lnTo>
                      <a:pt x="30801" y="67676"/>
                    </a:lnTo>
                    <a:lnTo>
                      <a:pt x="30042" y="67812"/>
                    </a:lnTo>
                    <a:lnTo>
                      <a:pt x="29283" y="67948"/>
                    </a:lnTo>
                    <a:lnTo>
                      <a:pt x="28543" y="68046"/>
                    </a:lnTo>
                    <a:lnTo>
                      <a:pt x="27784" y="68143"/>
                    </a:lnTo>
                    <a:lnTo>
                      <a:pt x="27024" y="68221"/>
                    </a:lnTo>
                    <a:lnTo>
                      <a:pt x="26265" y="68260"/>
                    </a:lnTo>
                    <a:lnTo>
                      <a:pt x="25506" y="68279"/>
                    </a:lnTo>
                    <a:lnTo>
                      <a:pt x="24746" y="68279"/>
                    </a:lnTo>
                    <a:lnTo>
                      <a:pt x="23987" y="68260"/>
                    </a:lnTo>
                    <a:lnTo>
                      <a:pt x="23228" y="68202"/>
                    </a:lnTo>
                    <a:lnTo>
                      <a:pt x="22488" y="68104"/>
                    </a:lnTo>
                    <a:lnTo>
                      <a:pt x="21729" y="67987"/>
                    </a:lnTo>
                    <a:lnTo>
                      <a:pt x="20989" y="67851"/>
                    </a:lnTo>
                    <a:lnTo>
                      <a:pt x="20249" y="67656"/>
                    </a:lnTo>
                    <a:lnTo>
                      <a:pt x="20249" y="67656"/>
                    </a:lnTo>
                    <a:lnTo>
                      <a:pt x="19704" y="67501"/>
                    </a:lnTo>
                    <a:lnTo>
                      <a:pt x="19178" y="67325"/>
                    </a:lnTo>
                    <a:lnTo>
                      <a:pt x="18652" y="67150"/>
                    </a:lnTo>
                    <a:lnTo>
                      <a:pt x="18127" y="66936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1" name="Google Shape;7221;p32"/>
              <p:cNvSpPr/>
              <p:nvPr/>
            </p:nvSpPr>
            <p:spPr>
              <a:xfrm>
                <a:off x="6334375" y="-1594800"/>
                <a:ext cx="268200" cy="1279650"/>
              </a:xfrm>
              <a:custGeom>
                <a:avLst/>
                <a:gdLst/>
                <a:ahLst/>
                <a:cxnLst/>
                <a:rect l="l" t="t" r="r" b="b"/>
                <a:pathLst>
                  <a:path w="10728" h="51186" extrusionOk="0">
                    <a:moveTo>
                      <a:pt x="0" y="51185"/>
                    </a:moveTo>
                    <a:lnTo>
                      <a:pt x="0" y="51185"/>
                    </a:lnTo>
                    <a:lnTo>
                      <a:pt x="0" y="51185"/>
                    </a:lnTo>
                    <a:lnTo>
                      <a:pt x="0" y="51185"/>
                    </a:lnTo>
                    <a:close/>
                    <a:moveTo>
                      <a:pt x="39" y="51166"/>
                    </a:moveTo>
                    <a:lnTo>
                      <a:pt x="39" y="51166"/>
                    </a:lnTo>
                    <a:lnTo>
                      <a:pt x="39" y="51166"/>
                    </a:lnTo>
                    <a:lnTo>
                      <a:pt x="39" y="51166"/>
                    </a:lnTo>
                    <a:lnTo>
                      <a:pt x="39" y="51166"/>
                    </a:lnTo>
                    <a:close/>
                    <a:moveTo>
                      <a:pt x="3602" y="50134"/>
                    </a:moveTo>
                    <a:lnTo>
                      <a:pt x="3602" y="50134"/>
                    </a:lnTo>
                    <a:lnTo>
                      <a:pt x="2765" y="50407"/>
                    </a:lnTo>
                    <a:lnTo>
                      <a:pt x="1928" y="50679"/>
                    </a:lnTo>
                    <a:lnTo>
                      <a:pt x="1091" y="50913"/>
                    </a:lnTo>
                    <a:lnTo>
                      <a:pt x="234" y="51127"/>
                    </a:lnTo>
                    <a:lnTo>
                      <a:pt x="234" y="51127"/>
                    </a:lnTo>
                    <a:lnTo>
                      <a:pt x="59" y="51166"/>
                    </a:lnTo>
                    <a:lnTo>
                      <a:pt x="59" y="51166"/>
                    </a:lnTo>
                    <a:lnTo>
                      <a:pt x="234" y="51127"/>
                    </a:lnTo>
                    <a:lnTo>
                      <a:pt x="234" y="51127"/>
                    </a:lnTo>
                    <a:lnTo>
                      <a:pt x="1091" y="50913"/>
                    </a:lnTo>
                    <a:lnTo>
                      <a:pt x="1928" y="50679"/>
                    </a:lnTo>
                    <a:lnTo>
                      <a:pt x="2765" y="50407"/>
                    </a:lnTo>
                    <a:lnTo>
                      <a:pt x="3602" y="50134"/>
                    </a:lnTo>
                    <a:close/>
                    <a:moveTo>
                      <a:pt x="10494" y="16043"/>
                    </a:moveTo>
                    <a:lnTo>
                      <a:pt x="10494" y="16043"/>
                    </a:lnTo>
                    <a:lnTo>
                      <a:pt x="10183" y="16062"/>
                    </a:lnTo>
                    <a:lnTo>
                      <a:pt x="9871" y="16082"/>
                    </a:lnTo>
                    <a:lnTo>
                      <a:pt x="9579" y="16121"/>
                    </a:lnTo>
                    <a:lnTo>
                      <a:pt x="9268" y="16160"/>
                    </a:lnTo>
                    <a:lnTo>
                      <a:pt x="8976" y="16218"/>
                    </a:lnTo>
                    <a:lnTo>
                      <a:pt x="8684" y="16296"/>
                    </a:lnTo>
                    <a:lnTo>
                      <a:pt x="8392" y="16393"/>
                    </a:lnTo>
                    <a:lnTo>
                      <a:pt x="8100" y="16491"/>
                    </a:lnTo>
                    <a:lnTo>
                      <a:pt x="7827" y="16627"/>
                    </a:lnTo>
                    <a:lnTo>
                      <a:pt x="7554" y="16744"/>
                    </a:lnTo>
                    <a:lnTo>
                      <a:pt x="7301" y="16900"/>
                    </a:lnTo>
                    <a:lnTo>
                      <a:pt x="7048" y="17055"/>
                    </a:lnTo>
                    <a:lnTo>
                      <a:pt x="6815" y="17231"/>
                    </a:lnTo>
                    <a:lnTo>
                      <a:pt x="6581" y="17425"/>
                    </a:lnTo>
                    <a:lnTo>
                      <a:pt x="6347" y="17639"/>
                    </a:lnTo>
                    <a:lnTo>
                      <a:pt x="6133" y="17854"/>
                    </a:lnTo>
                    <a:lnTo>
                      <a:pt x="6133" y="17854"/>
                    </a:lnTo>
                    <a:lnTo>
                      <a:pt x="6347" y="17639"/>
                    </a:lnTo>
                    <a:lnTo>
                      <a:pt x="6581" y="17425"/>
                    </a:lnTo>
                    <a:lnTo>
                      <a:pt x="6815" y="17231"/>
                    </a:lnTo>
                    <a:lnTo>
                      <a:pt x="7048" y="17055"/>
                    </a:lnTo>
                    <a:lnTo>
                      <a:pt x="7301" y="16900"/>
                    </a:lnTo>
                    <a:lnTo>
                      <a:pt x="7554" y="16744"/>
                    </a:lnTo>
                    <a:lnTo>
                      <a:pt x="7827" y="16627"/>
                    </a:lnTo>
                    <a:lnTo>
                      <a:pt x="8100" y="16491"/>
                    </a:lnTo>
                    <a:lnTo>
                      <a:pt x="8392" y="16393"/>
                    </a:lnTo>
                    <a:lnTo>
                      <a:pt x="8684" y="16296"/>
                    </a:lnTo>
                    <a:lnTo>
                      <a:pt x="8976" y="16218"/>
                    </a:lnTo>
                    <a:lnTo>
                      <a:pt x="9268" y="16160"/>
                    </a:lnTo>
                    <a:lnTo>
                      <a:pt x="9579" y="16121"/>
                    </a:lnTo>
                    <a:lnTo>
                      <a:pt x="9871" y="16082"/>
                    </a:lnTo>
                    <a:lnTo>
                      <a:pt x="10183" y="16062"/>
                    </a:lnTo>
                    <a:lnTo>
                      <a:pt x="10494" y="16043"/>
                    </a:lnTo>
                    <a:close/>
                    <a:moveTo>
                      <a:pt x="10572" y="16043"/>
                    </a:moveTo>
                    <a:lnTo>
                      <a:pt x="10572" y="16043"/>
                    </a:lnTo>
                    <a:lnTo>
                      <a:pt x="10572" y="16043"/>
                    </a:lnTo>
                    <a:lnTo>
                      <a:pt x="10728" y="16043"/>
                    </a:lnTo>
                    <a:lnTo>
                      <a:pt x="10728" y="16043"/>
                    </a:lnTo>
                    <a:lnTo>
                      <a:pt x="10572" y="16043"/>
                    </a:lnTo>
                    <a:close/>
                    <a:moveTo>
                      <a:pt x="5335" y="13979"/>
                    </a:moveTo>
                    <a:lnTo>
                      <a:pt x="5335" y="13979"/>
                    </a:lnTo>
                    <a:lnTo>
                      <a:pt x="5413" y="14096"/>
                    </a:lnTo>
                    <a:lnTo>
                      <a:pt x="5413" y="14096"/>
                    </a:lnTo>
                    <a:lnTo>
                      <a:pt x="5413" y="14096"/>
                    </a:lnTo>
                    <a:lnTo>
                      <a:pt x="5413" y="14096"/>
                    </a:lnTo>
                    <a:lnTo>
                      <a:pt x="5335" y="13979"/>
                    </a:lnTo>
                    <a:close/>
                    <a:moveTo>
                      <a:pt x="5316" y="13960"/>
                    </a:moveTo>
                    <a:lnTo>
                      <a:pt x="5316" y="13960"/>
                    </a:lnTo>
                    <a:lnTo>
                      <a:pt x="5335" y="13960"/>
                    </a:lnTo>
                    <a:lnTo>
                      <a:pt x="5335" y="13960"/>
                    </a:lnTo>
                    <a:lnTo>
                      <a:pt x="5316" y="13960"/>
                    </a:lnTo>
                    <a:close/>
                    <a:moveTo>
                      <a:pt x="5316" y="13960"/>
                    </a:moveTo>
                    <a:lnTo>
                      <a:pt x="5316" y="13960"/>
                    </a:lnTo>
                    <a:lnTo>
                      <a:pt x="5316" y="13960"/>
                    </a:lnTo>
                    <a:lnTo>
                      <a:pt x="5316" y="13960"/>
                    </a:lnTo>
                    <a:lnTo>
                      <a:pt x="5316" y="13960"/>
                    </a:lnTo>
                    <a:close/>
                    <a:moveTo>
                      <a:pt x="5316" y="13960"/>
                    </a:moveTo>
                    <a:lnTo>
                      <a:pt x="5316" y="13960"/>
                    </a:lnTo>
                    <a:lnTo>
                      <a:pt x="5316" y="13960"/>
                    </a:lnTo>
                    <a:lnTo>
                      <a:pt x="5316" y="13960"/>
                    </a:lnTo>
                    <a:lnTo>
                      <a:pt x="5316" y="13960"/>
                    </a:lnTo>
                    <a:close/>
                    <a:moveTo>
                      <a:pt x="5316" y="13940"/>
                    </a:moveTo>
                    <a:lnTo>
                      <a:pt x="5316" y="13940"/>
                    </a:lnTo>
                    <a:lnTo>
                      <a:pt x="5316" y="13940"/>
                    </a:lnTo>
                    <a:lnTo>
                      <a:pt x="5316" y="13940"/>
                    </a:lnTo>
                    <a:lnTo>
                      <a:pt x="5316" y="13940"/>
                    </a:lnTo>
                    <a:close/>
                    <a:moveTo>
                      <a:pt x="6172" y="1051"/>
                    </a:moveTo>
                    <a:lnTo>
                      <a:pt x="6172" y="1051"/>
                    </a:lnTo>
                    <a:lnTo>
                      <a:pt x="6172" y="1051"/>
                    </a:lnTo>
                    <a:lnTo>
                      <a:pt x="6172" y="1051"/>
                    </a:lnTo>
                    <a:lnTo>
                      <a:pt x="6172" y="1051"/>
                    </a:lnTo>
                    <a:close/>
                    <a:moveTo>
                      <a:pt x="6172" y="1012"/>
                    </a:moveTo>
                    <a:lnTo>
                      <a:pt x="6172" y="1012"/>
                    </a:lnTo>
                    <a:lnTo>
                      <a:pt x="6172" y="1032"/>
                    </a:lnTo>
                    <a:lnTo>
                      <a:pt x="6172" y="1032"/>
                    </a:lnTo>
                    <a:lnTo>
                      <a:pt x="6172" y="1012"/>
                    </a:lnTo>
                    <a:close/>
                    <a:moveTo>
                      <a:pt x="6172" y="993"/>
                    </a:moveTo>
                    <a:lnTo>
                      <a:pt x="6172" y="993"/>
                    </a:lnTo>
                    <a:lnTo>
                      <a:pt x="6172" y="993"/>
                    </a:lnTo>
                    <a:lnTo>
                      <a:pt x="6172" y="993"/>
                    </a:lnTo>
                    <a:lnTo>
                      <a:pt x="6172" y="993"/>
                    </a:lnTo>
                    <a:close/>
                    <a:moveTo>
                      <a:pt x="6172" y="954"/>
                    </a:moveTo>
                    <a:lnTo>
                      <a:pt x="6172" y="954"/>
                    </a:lnTo>
                    <a:lnTo>
                      <a:pt x="6172" y="974"/>
                    </a:lnTo>
                    <a:lnTo>
                      <a:pt x="6172" y="974"/>
                    </a:lnTo>
                    <a:lnTo>
                      <a:pt x="6172" y="954"/>
                    </a:lnTo>
                    <a:close/>
                    <a:moveTo>
                      <a:pt x="6172" y="935"/>
                    </a:moveTo>
                    <a:lnTo>
                      <a:pt x="6172" y="935"/>
                    </a:lnTo>
                    <a:lnTo>
                      <a:pt x="6172" y="935"/>
                    </a:lnTo>
                    <a:lnTo>
                      <a:pt x="6172" y="935"/>
                    </a:lnTo>
                    <a:lnTo>
                      <a:pt x="6172" y="935"/>
                    </a:lnTo>
                    <a:close/>
                    <a:moveTo>
                      <a:pt x="6192" y="896"/>
                    </a:moveTo>
                    <a:lnTo>
                      <a:pt x="6192" y="896"/>
                    </a:lnTo>
                    <a:lnTo>
                      <a:pt x="6172" y="915"/>
                    </a:lnTo>
                    <a:lnTo>
                      <a:pt x="6172" y="915"/>
                    </a:lnTo>
                    <a:lnTo>
                      <a:pt x="6192" y="896"/>
                    </a:lnTo>
                    <a:close/>
                    <a:moveTo>
                      <a:pt x="6192" y="876"/>
                    </a:moveTo>
                    <a:lnTo>
                      <a:pt x="6192" y="876"/>
                    </a:lnTo>
                    <a:lnTo>
                      <a:pt x="6192" y="896"/>
                    </a:lnTo>
                    <a:lnTo>
                      <a:pt x="6192" y="896"/>
                    </a:lnTo>
                    <a:lnTo>
                      <a:pt x="6192" y="876"/>
                    </a:lnTo>
                    <a:close/>
                    <a:moveTo>
                      <a:pt x="6192" y="837"/>
                    </a:moveTo>
                    <a:lnTo>
                      <a:pt x="6192" y="837"/>
                    </a:lnTo>
                    <a:lnTo>
                      <a:pt x="6192" y="857"/>
                    </a:lnTo>
                    <a:lnTo>
                      <a:pt x="6192" y="857"/>
                    </a:lnTo>
                    <a:lnTo>
                      <a:pt x="6192" y="837"/>
                    </a:lnTo>
                    <a:close/>
                    <a:moveTo>
                      <a:pt x="6192" y="818"/>
                    </a:moveTo>
                    <a:lnTo>
                      <a:pt x="6192" y="818"/>
                    </a:lnTo>
                    <a:lnTo>
                      <a:pt x="6192" y="837"/>
                    </a:lnTo>
                    <a:lnTo>
                      <a:pt x="6192" y="837"/>
                    </a:lnTo>
                    <a:lnTo>
                      <a:pt x="6192" y="818"/>
                    </a:lnTo>
                    <a:close/>
                    <a:moveTo>
                      <a:pt x="6192" y="779"/>
                    </a:moveTo>
                    <a:lnTo>
                      <a:pt x="6192" y="779"/>
                    </a:lnTo>
                    <a:lnTo>
                      <a:pt x="6192" y="798"/>
                    </a:lnTo>
                    <a:lnTo>
                      <a:pt x="6192" y="798"/>
                    </a:lnTo>
                    <a:lnTo>
                      <a:pt x="6192" y="779"/>
                    </a:lnTo>
                    <a:close/>
                    <a:moveTo>
                      <a:pt x="6192" y="759"/>
                    </a:moveTo>
                    <a:lnTo>
                      <a:pt x="6192" y="759"/>
                    </a:lnTo>
                    <a:lnTo>
                      <a:pt x="6192" y="779"/>
                    </a:lnTo>
                    <a:lnTo>
                      <a:pt x="6192" y="779"/>
                    </a:lnTo>
                    <a:lnTo>
                      <a:pt x="6192" y="759"/>
                    </a:lnTo>
                    <a:close/>
                    <a:moveTo>
                      <a:pt x="6192" y="720"/>
                    </a:moveTo>
                    <a:lnTo>
                      <a:pt x="6192" y="720"/>
                    </a:lnTo>
                    <a:lnTo>
                      <a:pt x="6192" y="740"/>
                    </a:lnTo>
                    <a:lnTo>
                      <a:pt x="6192" y="740"/>
                    </a:lnTo>
                    <a:lnTo>
                      <a:pt x="6192" y="720"/>
                    </a:lnTo>
                    <a:close/>
                    <a:moveTo>
                      <a:pt x="6192" y="701"/>
                    </a:moveTo>
                    <a:lnTo>
                      <a:pt x="6192" y="701"/>
                    </a:lnTo>
                    <a:lnTo>
                      <a:pt x="6192" y="720"/>
                    </a:lnTo>
                    <a:lnTo>
                      <a:pt x="6192" y="720"/>
                    </a:lnTo>
                    <a:lnTo>
                      <a:pt x="6192" y="701"/>
                    </a:lnTo>
                    <a:close/>
                    <a:moveTo>
                      <a:pt x="6192" y="662"/>
                    </a:moveTo>
                    <a:lnTo>
                      <a:pt x="6192" y="662"/>
                    </a:lnTo>
                    <a:lnTo>
                      <a:pt x="6192" y="701"/>
                    </a:lnTo>
                    <a:lnTo>
                      <a:pt x="6192" y="701"/>
                    </a:lnTo>
                    <a:lnTo>
                      <a:pt x="6192" y="662"/>
                    </a:lnTo>
                    <a:close/>
                    <a:moveTo>
                      <a:pt x="6192" y="643"/>
                    </a:moveTo>
                    <a:lnTo>
                      <a:pt x="6192" y="643"/>
                    </a:lnTo>
                    <a:lnTo>
                      <a:pt x="6192" y="662"/>
                    </a:lnTo>
                    <a:lnTo>
                      <a:pt x="6192" y="662"/>
                    </a:lnTo>
                    <a:lnTo>
                      <a:pt x="6192" y="643"/>
                    </a:lnTo>
                    <a:close/>
                    <a:moveTo>
                      <a:pt x="6211" y="604"/>
                    </a:moveTo>
                    <a:lnTo>
                      <a:pt x="6211" y="604"/>
                    </a:lnTo>
                    <a:lnTo>
                      <a:pt x="6192" y="643"/>
                    </a:lnTo>
                    <a:lnTo>
                      <a:pt x="6192" y="643"/>
                    </a:lnTo>
                    <a:lnTo>
                      <a:pt x="6211" y="604"/>
                    </a:lnTo>
                    <a:close/>
                    <a:moveTo>
                      <a:pt x="6211" y="584"/>
                    </a:moveTo>
                    <a:lnTo>
                      <a:pt x="6211" y="584"/>
                    </a:lnTo>
                    <a:lnTo>
                      <a:pt x="6211" y="604"/>
                    </a:lnTo>
                    <a:lnTo>
                      <a:pt x="6211" y="604"/>
                    </a:lnTo>
                    <a:lnTo>
                      <a:pt x="6211" y="584"/>
                    </a:lnTo>
                    <a:close/>
                    <a:moveTo>
                      <a:pt x="6211" y="565"/>
                    </a:moveTo>
                    <a:lnTo>
                      <a:pt x="6211" y="565"/>
                    </a:lnTo>
                    <a:lnTo>
                      <a:pt x="6211" y="584"/>
                    </a:lnTo>
                    <a:lnTo>
                      <a:pt x="6211" y="584"/>
                    </a:lnTo>
                    <a:lnTo>
                      <a:pt x="6211" y="565"/>
                    </a:lnTo>
                    <a:close/>
                    <a:moveTo>
                      <a:pt x="6211" y="526"/>
                    </a:moveTo>
                    <a:lnTo>
                      <a:pt x="6211" y="526"/>
                    </a:lnTo>
                    <a:lnTo>
                      <a:pt x="6211" y="545"/>
                    </a:lnTo>
                    <a:lnTo>
                      <a:pt x="6211" y="545"/>
                    </a:lnTo>
                    <a:lnTo>
                      <a:pt x="6211" y="526"/>
                    </a:lnTo>
                    <a:close/>
                    <a:moveTo>
                      <a:pt x="6211" y="506"/>
                    </a:moveTo>
                    <a:lnTo>
                      <a:pt x="6211" y="506"/>
                    </a:lnTo>
                    <a:lnTo>
                      <a:pt x="6211" y="526"/>
                    </a:lnTo>
                    <a:lnTo>
                      <a:pt x="6211" y="526"/>
                    </a:lnTo>
                    <a:lnTo>
                      <a:pt x="6211" y="506"/>
                    </a:lnTo>
                    <a:close/>
                    <a:moveTo>
                      <a:pt x="6211" y="467"/>
                    </a:moveTo>
                    <a:lnTo>
                      <a:pt x="6211" y="467"/>
                    </a:lnTo>
                    <a:lnTo>
                      <a:pt x="6211" y="487"/>
                    </a:lnTo>
                    <a:lnTo>
                      <a:pt x="6211" y="487"/>
                    </a:lnTo>
                    <a:lnTo>
                      <a:pt x="6211" y="467"/>
                    </a:lnTo>
                    <a:close/>
                    <a:moveTo>
                      <a:pt x="6211" y="448"/>
                    </a:moveTo>
                    <a:lnTo>
                      <a:pt x="6211" y="448"/>
                    </a:lnTo>
                    <a:lnTo>
                      <a:pt x="6211" y="467"/>
                    </a:lnTo>
                    <a:lnTo>
                      <a:pt x="6211" y="467"/>
                    </a:lnTo>
                    <a:lnTo>
                      <a:pt x="6211" y="448"/>
                    </a:lnTo>
                    <a:close/>
                    <a:moveTo>
                      <a:pt x="6211" y="409"/>
                    </a:moveTo>
                    <a:lnTo>
                      <a:pt x="6211" y="409"/>
                    </a:lnTo>
                    <a:lnTo>
                      <a:pt x="6211" y="428"/>
                    </a:lnTo>
                    <a:lnTo>
                      <a:pt x="6211" y="428"/>
                    </a:lnTo>
                    <a:lnTo>
                      <a:pt x="6211" y="409"/>
                    </a:lnTo>
                    <a:close/>
                    <a:moveTo>
                      <a:pt x="6211" y="389"/>
                    </a:moveTo>
                    <a:lnTo>
                      <a:pt x="6211" y="389"/>
                    </a:lnTo>
                    <a:lnTo>
                      <a:pt x="6211" y="409"/>
                    </a:lnTo>
                    <a:lnTo>
                      <a:pt x="6211" y="409"/>
                    </a:lnTo>
                    <a:lnTo>
                      <a:pt x="6211" y="389"/>
                    </a:lnTo>
                    <a:close/>
                    <a:moveTo>
                      <a:pt x="6211" y="351"/>
                    </a:moveTo>
                    <a:lnTo>
                      <a:pt x="6211" y="351"/>
                    </a:lnTo>
                    <a:lnTo>
                      <a:pt x="6211" y="370"/>
                    </a:lnTo>
                    <a:lnTo>
                      <a:pt x="6211" y="370"/>
                    </a:lnTo>
                    <a:lnTo>
                      <a:pt x="6211" y="351"/>
                    </a:lnTo>
                    <a:close/>
                    <a:moveTo>
                      <a:pt x="6211" y="331"/>
                    </a:moveTo>
                    <a:lnTo>
                      <a:pt x="6211" y="331"/>
                    </a:lnTo>
                    <a:lnTo>
                      <a:pt x="6211" y="351"/>
                    </a:lnTo>
                    <a:lnTo>
                      <a:pt x="6211" y="351"/>
                    </a:lnTo>
                    <a:lnTo>
                      <a:pt x="6211" y="331"/>
                    </a:lnTo>
                    <a:close/>
                    <a:moveTo>
                      <a:pt x="6211" y="292"/>
                    </a:moveTo>
                    <a:lnTo>
                      <a:pt x="6211" y="292"/>
                    </a:lnTo>
                    <a:lnTo>
                      <a:pt x="6211" y="331"/>
                    </a:lnTo>
                    <a:lnTo>
                      <a:pt x="6211" y="331"/>
                    </a:lnTo>
                    <a:lnTo>
                      <a:pt x="6211" y="292"/>
                    </a:lnTo>
                    <a:close/>
                    <a:moveTo>
                      <a:pt x="6211" y="273"/>
                    </a:moveTo>
                    <a:lnTo>
                      <a:pt x="6211" y="273"/>
                    </a:lnTo>
                    <a:lnTo>
                      <a:pt x="6211" y="292"/>
                    </a:lnTo>
                    <a:lnTo>
                      <a:pt x="6211" y="292"/>
                    </a:lnTo>
                    <a:lnTo>
                      <a:pt x="6211" y="273"/>
                    </a:lnTo>
                    <a:close/>
                    <a:moveTo>
                      <a:pt x="6231" y="234"/>
                    </a:moveTo>
                    <a:lnTo>
                      <a:pt x="6231" y="234"/>
                    </a:lnTo>
                    <a:lnTo>
                      <a:pt x="6211" y="273"/>
                    </a:lnTo>
                    <a:lnTo>
                      <a:pt x="6211" y="273"/>
                    </a:lnTo>
                    <a:lnTo>
                      <a:pt x="6231" y="234"/>
                    </a:lnTo>
                    <a:close/>
                    <a:moveTo>
                      <a:pt x="6231" y="175"/>
                    </a:moveTo>
                    <a:lnTo>
                      <a:pt x="6231" y="175"/>
                    </a:lnTo>
                    <a:lnTo>
                      <a:pt x="6231" y="234"/>
                    </a:lnTo>
                    <a:lnTo>
                      <a:pt x="6231" y="234"/>
                    </a:lnTo>
                    <a:lnTo>
                      <a:pt x="6231" y="175"/>
                    </a:lnTo>
                    <a:close/>
                    <a:moveTo>
                      <a:pt x="6231" y="117"/>
                    </a:moveTo>
                    <a:lnTo>
                      <a:pt x="6231" y="117"/>
                    </a:lnTo>
                    <a:lnTo>
                      <a:pt x="6231" y="175"/>
                    </a:lnTo>
                    <a:lnTo>
                      <a:pt x="6231" y="175"/>
                    </a:lnTo>
                    <a:lnTo>
                      <a:pt x="6231" y="117"/>
                    </a:lnTo>
                    <a:close/>
                    <a:moveTo>
                      <a:pt x="6231" y="97"/>
                    </a:moveTo>
                    <a:lnTo>
                      <a:pt x="6231" y="97"/>
                    </a:lnTo>
                    <a:lnTo>
                      <a:pt x="6231" y="117"/>
                    </a:lnTo>
                    <a:lnTo>
                      <a:pt x="6231" y="117"/>
                    </a:lnTo>
                    <a:lnTo>
                      <a:pt x="6231" y="97"/>
                    </a:lnTo>
                    <a:close/>
                    <a:moveTo>
                      <a:pt x="6231" y="78"/>
                    </a:moveTo>
                    <a:lnTo>
                      <a:pt x="6231" y="78"/>
                    </a:lnTo>
                    <a:lnTo>
                      <a:pt x="6231" y="78"/>
                    </a:lnTo>
                    <a:lnTo>
                      <a:pt x="6231" y="78"/>
                    </a:lnTo>
                    <a:lnTo>
                      <a:pt x="6231" y="78"/>
                    </a:lnTo>
                    <a:close/>
                    <a:moveTo>
                      <a:pt x="6231" y="39"/>
                    </a:moveTo>
                    <a:lnTo>
                      <a:pt x="6231" y="39"/>
                    </a:lnTo>
                    <a:lnTo>
                      <a:pt x="6231" y="58"/>
                    </a:lnTo>
                    <a:lnTo>
                      <a:pt x="6231" y="58"/>
                    </a:lnTo>
                    <a:lnTo>
                      <a:pt x="6231" y="39"/>
                    </a:lnTo>
                    <a:close/>
                    <a:moveTo>
                      <a:pt x="6231" y="20"/>
                    </a:moveTo>
                    <a:lnTo>
                      <a:pt x="6231" y="20"/>
                    </a:lnTo>
                    <a:lnTo>
                      <a:pt x="6231" y="39"/>
                    </a:lnTo>
                    <a:lnTo>
                      <a:pt x="6231" y="39"/>
                    </a:lnTo>
                    <a:lnTo>
                      <a:pt x="6231" y="20"/>
                    </a:lnTo>
                    <a:close/>
                    <a:moveTo>
                      <a:pt x="6231" y="0"/>
                    </a:moveTo>
                    <a:lnTo>
                      <a:pt x="6231" y="0"/>
                    </a:lnTo>
                    <a:lnTo>
                      <a:pt x="6231" y="0"/>
                    </a:lnTo>
                    <a:lnTo>
                      <a:pt x="6231" y="0"/>
                    </a:lnTo>
                    <a:lnTo>
                      <a:pt x="623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2" name="Google Shape;7222;p32"/>
              <p:cNvSpPr/>
              <p:nvPr/>
            </p:nvSpPr>
            <p:spPr>
              <a:xfrm>
                <a:off x="6334375" y="-3151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3" name="Google Shape;7223;p32"/>
              <p:cNvSpPr/>
              <p:nvPr/>
            </p:nvSpPr>
            <p:spPr>
              <a:xfrm>
                <a:off x="6335350" y="-3156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4" name="Google Shape;7224;p32"/>
              <p:cNvSpPr/>
              <p:nvPr/>
            </p:nvSpPr>
            <p:spPr>
              <a:xfrm>
                <a:off x="6335825" y="-341475"/>
                <a:ext cx="88625" cy="25825"/>
              </a:xfrm>
              <a:custGeom>
                <a:avLst/>
                <a:gdLst/>
                <a:ahLst/>
                <a:cxnLst/>
                <a:rect l="l" t="t" r="r" b="b"/>
                <a:pathLst>
                  <a:path w="3545" h="1033" fill="none" extrusionOk="0">
                    <a:moveTo>
                      <a:pt x="3544" y="1"/>
                    </a:moveTo>
                    <a:lnTo>
                      <a:pt x="3544" y="1"/>
                    </a:lnTo>
                    <a:lnTo>
                      <a:pt x="2707" y="274"/>
                    </a:lnTo>
                    <a:lnTo>
                      <a:pt x="1870" y="546"/>
                    </a:lnTo>
                    <a:lnTo>
                      <a:pt x="1033" y="780"/>
                    </a:lnTo>
                    <a:lnTo>
                      <a:pt x="176" y="994"/>
                    </a:lnTo>
                    <a:lnTo>
                      <a:pt x="176" y="994"/>
                    </a:lnTo>
                    <a:lnTo>
                      <a:pt x="1" y="1033"/>
                    </a:lnTo>
                    <a:lnTo>
                      <a:pt x="1" y="1033"/>
                    </a:lnTo>
                    <a:lnTo>
                      <a:pt x="176" y="994"/>
                    </a:lnTo>
                    <a:lnTo>
                      <a:pt x="176" y="994"/>
                    </a:lnTo>
                    <a:lnTo>
                      <a:pt x="1033" y="780"/>
                    </a:lnTo>
                    <a:lnTo>
                      <a:pt x="1870" y="546"/>
                    </a:lnTo>
                    <a:lnTo>
                      <a:pt x="2707" y="274"/>
                    </a:lnTo>
                    <a:lnTo>
                      <a:pt x="3544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5" name="Google Shape;7225;p32"/>
              <p:cNvSpPr/>
              <p:nvPr/>
            </p:nvSpPr>
            <p:spPr>
              <a:xfrm>
                <a:off x="6487700" y="-1193750"/>
                <a:ext cx="109050" cy="45300"/>
              </a:xfrm>
              <a:custGeom>
                <a:avLst/>
                <a:gdLst/>
                <a:ahLst/>
                <a:cxnLst/>
                <a:rect l="l" t="t" r="r" b="b"/>
                <a:pathLst>
                  <a:path w="4362" h="1812" fill="none" extrusionOk="0">
                    <a:moveTo>
                      <a:pt x="4361" y="1"/>
                    </a:moveTo>
                    <a:lnTo>
                      <a:pt x="4361" y="1"/>
                    </a:lnTo>
                    <a:lnTo>
                      <a:pt x="4050" y="20"/>
                    </a:lnTo>
                    <a:lnTo>
                      <a:pt x="3738" y="40"/>
                    </a:lnTo>
                    <a:lnTo>
                      <a:pt x="3446" y="79"/>
                    </a:lnTo>
                    <a:lnTo>
                      <a:pt x="3135" y="118"/>
                    </a:lnTo>
                    <a:lnTo>
                      <a:pt x="2843" y="176"/>
                    </a:lnTo>
                    <a:lnTo>
                      <a:pt x="2551" y="254"/>
                    </a:lnTo>
                    <a:lnTo>
                      <a:pt x="2259" y="351"/>
                    </a:lnTo>
                    <a:lnTo>
                      <a:pt x="1967" y="449"/>
                    </a:lnTo>
                    <a:lnTo>
                      <a:pt x="1694" y="585"/>
                    </a:lnTo>
                    <a:lnTo>
                      <a:pt x="1421" y="702"/>
                    </a:lnTo>
                    <a:lnTo>
                      <a:pt x="1168" y="858"/>
                    </a:lnTo>
                    <a:lnTo>
                      <a:pt x="915" y="1013"/>
                    </a:lnTo>
                    <a:lnTo>
                      <a:pt x="682" y="1189"/>
                    </a:lnTo>
                    <a:lnTo>
                      <a:pt x="448" y="1383"/>
                    </a:lnTo>
                    <a:lnTo>
                      <a:pt x="214" y="1597"/>
                    </a:lnTo>
                    <a:lnTo>
                      <a:pt x="0" y="1812"/>
                    </a:lnTo>
                    <a:lnTo>
                      <a:pt x="0" y="1812"/>
                    </a:lnTo>
                    <a:lnTo>
                      <a:pt x="214" y="1597"/>
                    </a:lnTo>
                    <a:lnTo>
                      <a:pt x="448" y="1383"/>
                    </a:lnTo>
                    <a:lnTo>
                      <a:pt x="682" y="1189"/>
                    </a:lnTo>
                    <a:lnTo>
                      <a:pt x="915" y="1013"/>
                    </a:lnTo>
                    <a:lnTo>
                      <a:pt x="1168" y="858"/>
                    </a:lnTo>
                    <a:lnTo>
                      <a:pt x="1421" y="702"/>
                    </a:lnTo>
                    <a:lnTo>
                      <a:pt x="1694" y="585"/>
                    </a:lnTo>
                    <a:lnTo>
                      <a:pt x="1967" y="449"/>
                    </a:lnTo>
                    <a:lnTo>
                      <a:pt x="2259" y="351"/>
                    </a:lnTo>
                    <a:lnTo>
                      <a:pt x="2551" y="254"/>
                    </a:lnTo>
                    <a:lnTo>
                      <a:pt x="2843" y="176"/>
                    </a:lnTo>
                    <a:lnTo>
                      <a:pt x="3135" y="118"/>
                    </a:lnTo>
                    <a:lnTo>
                      <a:pt x="3446" y="79"/>
                    </a:lnTo>
                    <a:lnTo>
                      <a:pt x="3738" y="40"/>
                    </a:lnTo>
                    <a:lnTo>
                      <a:pt x="4050" y="20"/>
                    </a:lnTo>
                    <a:lnTo>
                      <a:pt x="436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6" name="Google Shape;7226;p32"/>
              <p:cNvSpPr/>
              <p:nvPr/>
            </p:nvSpPr>
            <p:spPr>
              <a:xfrm>
                <a:off x="6598675" y="-1193750"/>
                <a:ext cx="3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7" name="Google Shape;7227;p32"/>
              <p:cNvSpPr/>
              <p:nvPr/>
            </p:nvSpPr>
            <p:spPr>
              <a:xfrm>
                <a:off x="6467725" y="-1245325"/>
                <a:ext cx="1975" cy="2925"/>
              </a:xfrm>
              <a:custGeom>
                <a:avLst/>
                <a:gdLst/>
                <a:ahLst/>
                <a:cxnLst/>
                <a:rect l="l" t="t" r="r" b="b"/>
                <a:pathLst>
                  <a:path w="79" h="117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79" y="117"/>
                    </a:lnTo>
                    <a:lnTo>
                      <a:pt x="79" y="117"/>
                    </a:lnTo>
                    <a:lnTo>
                      <a:pt x="79" y="117"/>
                    </a:lnTo>
                    <a:lnTo>
                      <a:pt x="79" y="117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8" name="Google Shape;7228;p32"/>
              <p:cNvSpPr/>
              <p:nvPr/>
            </p:nvSpPr>
            <p:spPr>
              <a:xfrm>
                <a:off x="6467250" y="-1245825"/>
                <a:ext cx="5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9" name="Google Shape;7229;p32"/>
              <p:cNvSpPr/>
              <p:nvPr/>
            </p:nvSpPr>
            <p:spPr>
              <a:xfrm>
                <a:off x="6467250" y="-12458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0" name="Google Shape;7230;p32"/>
              <p:cNvSpPr/>
              <p:nvPr/>
            </p:nvSpPr>
            <p:spPr>
              <a:xfrm>
                <a:off x="6467250" y="-12458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1" name="Google Shape;7231;p32"/>
              <p:cNvSpPr/>
              <p:nvPr/>
            </p:nvSpPr>
            <p:spPr>
              <a:xfrm>
                <a:off x="6467250" y="-12463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2" name="Google Shape;7232;p32"/>
              <p:cNvSpPr/>
              <p:nvPr/>
            </p:nvSpPr>
            <p:spPr>
              <a:xfrm>
                <a:off x="6488675" y="-15685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3" name="Google Shape;7233;p32"/>
              <p:cNvSpPr/>
              <p:nvPr/>
            </p:nvSpPr>
            <p:spPr>
              <a:xfrm>
                <a:off x="6488675" y="-1569500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4" name="Google Shape;7234;p32"/>
              <p:cNvSpPr/>
              <p:nvPr/>
            </p:nvSpPr>
            <p:spPr>
              <a:xfrm>
                <a:off x="6488675" y="-15699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5" name="Google Shape;7235;p32"/>
              <p:cNvSpPr/>
              <p:nvPr/>
            </p:nvSpPr>
            <p:spPr>
              <a:xfrm>
                <a:off x="6488675" y="-1570950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6" name="Google Shape;7236;p32"/>
              <p:cNvSpPr/>
              <p:nvPr/>
            </p:nvSpPr>
            <p:spPr>
              <a:xfrm>
                <a:off x="6488675" y="-15714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7" name="Google Shape;7237;p32"/>
              <p:cNvSpPr/>
              <p:nvPr/>
            </p:nvSpPr>
            <p:spPr>
              <a:xfrm>
                <a:off x="6488675" y="-1572425"/>
                <a:ext cx="500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21" fill="none" extrusionOk="0">
                    <a:moveTo>
                      <a:pt x="20" y="1"/>
                    </a:moveTo>
                    <a:lnTo>
                      <a:pt x="20" y="1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2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8" name="Google Shape;7238;p32"/>
              <p:cNvSpPr/>
              <p:nvPr/>
            </p:nvSpPr>
            <p:spPr>
              <a:xfrm>
                <a:off x="6489150" y="-1572900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9" name="Google Shape;7239;p32"/>
              <p:cNvSpPr/>
              <p:nvPr/>
            </p:nvSpPr>
            <p:spPr>
              <a:xfrm>
                <a:off x="6489150" y="-1573875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0" name="Google Shape;7240;p32"/>
              <p:cNvSpPr/>
              <p:nvPr/>
            </p:nvSpPr>
            <p:spPr>
              <a:xfrm>
                <a:off x="6489150" y="-1574375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1" name="Google Shape;7241;p32"/>
              <p:cNvSpPr/>
              <p:nvPr/>
            </p:nvSpPr>
            <p:spPr>
              <a:xfrm>
                <a:off x="6489150" y="-1575350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2" name="Google Shape;7242;p32"/>
              <p:cNvSpPr/>
              <p:nvPr/>
            </p:nvSpPr>
            <p:spPr>
              <a:xfrm>
                <a:off x="6489150" y="-1575825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3" name="Google Shape;7243;p32"/>
              <p:cNvSpPr/>
              <p:nvPr/>
            </p:nvSpPr>
            <p:spPr>
              <a:xfrm>
                <a:off x="6489150" y="-1576800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4" name="Google Shape;7244;p32"/>
              <p:cNvSpPr/>
              <p:nvPr/>
            </p:nvSpPr>
            <p:spPr>
              <a:xfrm>
                <a:off x="6489150" y="-1577300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5" name="Google Shape;7245;p32"/>
              <p:cNvSpPr/>
              <p:nvPr/>
            </p:nvSpPr>
            <p:spPr>
              <a:xfrm>
                <a:off x="6489150" y="-1578250"/>
                <a:ext cx="25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" h="39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39"/>
                    </a:lnTo>
                    <a:lnTo>
                      <a:pt x="1" y="39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6" name="Google Shape;7246;p32"/>
              <p:cNvSpPr/>
              <p:nvPr/>
            </p:nvSpPr>
            <p:spPr>
              <a:xfrm>
                <a:off x="6489150" y="-1578750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7" name="Google Shape;7247;p32"/>
              <p:cNvSpPr/>
              <p:nvPr/>
            </p:nvSpPr>
            <p:spPr>
              <a:xfrm>
                <a:off x="6489150" y="-1579725"/>
                <a:ext cx="525" cy="1000"/>
              </a:xfrm>
              <a:custGeom>
                <a:avLst/>
                <a:gdLst/>
                <a:ahLst/>
                <a:cxnLst/>
                <a:rect l="l" t="t" r="r" b="b"/>
                <a:pathLst>
                  <a:path w="21" h="40" fill="none" extrusionOk="0">
                    <a:moveTo>
                      <a:pt x="20" y="1"/>
                    </a:moveTo>
                    <a:lnTo>
                      <a:pt x="20" y="1"/>
                    </a:lnTo>
                    <a:lnTo>
                      <a:pt x="1" y="40"/>
                    </a:lnTo>
                    <a:lnTo>
                      <a:pt x="1" y="40"/>
                    </a:lnTo>
                    <a:lnTo>
                      <a:pt x="2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8" name="Google Shape;7248;p32"/>
              <p:cNvSpPr/>
              <p:nvPr/>
            </p:nvSpPr>
            <p:spPr>
              <a:xfrm>
                <a:off x="6489650" y="-1580200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9" name="Google Shape;7249;p32"/>
              <p:cNvSpPr/>
              <p:nvPr/>
            </p:nvSpPr>
            <p:spPr>
              <a:xfrm>
                <a:off x="6489650" y="-1580700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0" name="Google Shape;7250;p32"/>
              <p:cNvSpPr/>
              <p:nvPr/>
            </p:nvSpPr>
            <p:spPr>
              <a:xfrm>
                <a:off x="6489650" y="-1581675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1" name="Google Shape;7251;p32"/>
              <p:cNvSpPr/>
              <p:nvPr/>
            </p:nvSpPr>
            <p:spPr>
              <a:xfrm>
                <a:off x="6489650" y="-1582150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2" name="Google Shape;7252;p32"/>
              <p:cNvSpPr/>
              <p:nvPr/>
            </p:nvSpPr>
            <p:spPr>
              <a:xfrm>
                <a:off x="6489650" y="-1583125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3" name="Google Shape;7253;p32"/>
              <p:cNvSpPr/>
              <p:nvPr/>
            </p:nvSpPr>
            <p:spPr>
              <a:xfrm>
                <a:off x="6489650" y="-1583625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4" name="Google Shape;7254;p32"/>
              <p:cNvSpPr/>
              <p:nvPr/>
            </p:nvSpPr>
            <p:spPr>
              <a:xfrm>
                <a:off x="6489650" y="-1584600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5" name="Google Shape;7255;p32"/>
              <p:cNvSpPr/>
              <p:nvPr/>
            </p:nvSpPr>
            <p:spPr>
              <a:xfrm>
                <a:off x="6489650" y="-1585075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6" name="Google Shape;7256;p32"/>
              <p:cNvSpPr/>
              <p:nvPr/>
            </p:nvSpPr>
            <p:spPr>
              <a:xfrm>
                <a:off x="6489650" y="-1586050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7" name="Google Shape;7257;p32"/>
              <p:cNvSpPr/>
              <p:nvPr/>
            </p:nvSpPr>
            <p:spPr>
              <a:xfrm>
                <a:off x="6489650" y="-1586525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8" name="Google Shape;7258;p32"/>
              <p:cNvSpPr/>
              <p:nvPr/>
            </p:nvSpPr>
            <p:spPr>
              <a:xfrm>
                <a:off x="6489650" y="-1587500"/>
                <a:ext cx="25" cy="1000"/>
              </a:xfrm>
              <a:custGeom>
                <a:avLst/>
                <a:gdLst/>
                <a:ahLst/>
                <a:cxnLst/>
                <a:rect l="l" t="t" r="r" b="b"/>
                <a:pathLst>
                  <a:path w="1" h="40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39"/>
                    </a:lnTo>
                    <a:lnTo>
                      <a:pt x="0" y="3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9" name="Google Shape;7259;p32"/>
              <p:cNvSpPr/>
              <p:nvPr/>
            </p:nvSpPr>
            <p:spPr>
              <a:xfrm>
                <a:off x="6489650" y="-1588000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0" name="Google Shape;7260;p32"/>
              <p:cNvSpPr/>
              <p:nvPr/>
            </p:nvSpPr>
            <p:spPr>
              <a:xfrm>
                <a:off x="6489650" y="-1588975"/>
                <a:ext cx="500" cy="10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40" fill="none" extrusionOk="0">
                    <a:moveTo>
                      <a:pt x="20" y="1"/>
                    </a:moveTo>
                    <a:lnTo>
                      <a:pt x="20" y="1"/>
                    </a:lnTo>
                    <a:lnTo>
                      <a:pt x="0" y="40"/>
                    </a:lnTo>
                    <a:lnTo>
                      <a:pt x="0" y="40"/>
                    </a:lnTo>
                    <a:lnTo>
                      <a:pt x="2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1" name="Google Shape;7261;p32"/>
              <p:cNvSpPr/>
              <p:nvPr/>
            </p:nvSpPr>
            <p:spPr>
              <a:xfrm>
                <a:off x="6490125" y="-1590425"/>
                <a:ext cx="25" cy="1475"/>
              </a:xfrm>
              <a:custGeom>
                <a:avLst/>
                <a:gdLst/>
                <a:ahLst/>
                <a:cxnLst/>
                <a:rect l="l" t="t" r="r" b="b"/>
                <a:pathLst>
                  <a:path w="1" h="59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59"/>
                    </a:lnTo>
                    <a:lnTo>
                      <a:pt x="1" y="59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2" name="Google Shape;7262;p32"/>
              <p:cNvSpPr/>
              <p:nvPr/>
            </p:nvSpPr>
            <p:spPr>
              <a:xfrm>
                <a:off x="6490125" y="-1591900"/>
                <a:ext cx="25" cy="1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60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59"/>
                    </a:lnTo>
                    <a:lnTo>
                      <a:pt x="1" y="59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3" name="Google Shape;7263;p32"/>
              <p:cNvSpPr/>
              <p:nvPr/>
            </p:nvSpPr>
            <p:spPr>
              <a:xfrm>
                <a:off x="6490125" y="-1592375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4" name="Google Shape;7264;p32"/>
              <p:cNvSpPr/>
              <p:nvPr/>
            </p:nvSpPr>
            <p:spPr>
              <a:xfrm>
                <a:off x="6490125" y="-15928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5" name="Google Shape;7265;p32"/>
              <p:cNvSpPr/>
              <p:nvPr/>
            </p:nvSpPr>
            <p:spPr>
              <a:xfrm>
                <a:off x="6490125" y="-1593825"/>
                <a:ext cx="25" cy="5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0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19"/>
                    </a:lnTo>
                    <a:lnTo>
                      <a:pt x="1" y="19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6" name="Google Shape;7266;p32"/>
              <p:cNvSpPr/>
              <p:nvPr/>
            </p:nvSpPr>
            <p:spPr>
              <a:xfrm>
                <a:off x="6490125" y="-1594325"/>
                <a:ext cx="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1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7" name="Google Shape;7267;p32"/>
              <p:cNvSpPr/>
              <p:nvPr/>
            </p:nvSpPr>
            <p:spPr>
              <a:xfrm>
                <a:off x="6490125" y="-15948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8" name="Google Shape;7268;p32"/>
              <p:cNvSpPr/>
              <p:nvPr/>
            </p:nvSpPr>
            <p:spPr>
              <a:xfrm>
                <a:off x="5896300" y="-1883925"/>
                <a:ext cx="905350" cy="1584825"/>
              </a:xfrm>
              <a:custGeom>
                <a:avLst/>
                <a:gdLst/>
                <a:ahLst/>
                <a:cxnLst/>
                <a:rect l="l" t="t" r="r" b="b"/>
                <a:pathLst>
                  <a:path w="36214" h="63393" extrusionOk="0">
                    <a:moveTo>
                      <a:pt x="20210" y="0"/>
                    </a:moveTo>
                    <a:lnTo>
                      <a:pt x="19938" y="175"/>
                    </a:lnTo>
                    <a:lnTo>
                      <a:pt x="19646" y="351"/>
                    </a:lnTo>
                    <a:lnTo>
                      <a:pt x="19139" y="721"/>
                    </a:lnTo>
                    <a:lnTo>
                      <a:pt x="18672" y="1129"/>
                    </a:lnTo>
                    <a:lnTo>
                      <a:pt x="18205" y="1558"/>
                    </a:lnTo>
                    <a:lnTo>
                      <a:pt x="17776" y="2025"/>
                    </a:lnTo>
                    <a:lnTo>
                      <a:pt x="17387" y="2492"/>
                    </a:lnTo>
                    <a:lnTo>
                      <a:pt x="17017" y="2999"/>
                    </a:lnTo>
                    <a:lnTo>
                      <a:pt x="16647" y="3524"/>
                    </a:lnTo>
                    <a:lnTo>
                      <a:pt x="16316" y="4050"/>
                    </a:lnTo>
                    <a:lnTo>
                      <a:pt x="16005" y="4614"/>
                    </a:lnTo>
                    <a:lnTo>
                      <a:pt x="15732" y="5179"/>
                    </a:lnTo>
                    <a:lnTo>
                      <a:pt x="15460" y="5763"/>
                    </a:lnTo>
                    <a:lnTo>
                      <a:pt x="15206" y="6347"/>
                    </a:lnTo>
                    <a:lnTo>
                      <a:pt x="14973" y="6931"/>
                    </a:lnTo>
                    <a:lnTo>
                      <a:pt x="14759" y="7535"/>
                    </a:lnTo>
                    <a:lnTo>
                      <a:pt x="14564" y="8138"/>
                    </a:lnTo>
                    <a:lnTo>
                      <a:pt x="14369" y="8761"/>
                    </a:lnTo>
                    <a:lnTo>
                      <a:pt x="14038" y="9949"/>
                    </a:lnTo>
                    <a:lnTo>
                      <a:pt x="13766" y="11156"/>
                    </a:lnTo>
                    <a:lnTo>
                      <a:pt x="13513" y="12363"/>
                    </a:lnTo>
                    <a:lnTo>
                      <a:pt x="13318" y="13590"/>
                    </a:lnTo>
                    <a:lnTo>
                      <a:pt x="13182" y="14816"/>
                    </a:lnTo>
                    <a:lnTo>
                      <a:pt x="13065" y="16043"/>
                    </a:lnTo>
                    <a:lnTo>
                      <a:pt x="13006" y="17289"/>
                    </a:lnTo>
                    <a:lnTo>
                      <a:pt x="12987" y="18535"/>
                    </a:lnTo>
                    <a:lnTo>
                      <a:pt x="13006" y="19762"/>
                    </a:lnTo>
                    <a:lnTo>
                      <a:pt x="13065" y="21008"/>
                    </a:lnTo>
                    <a:lnTo>
                      <a:pt x="13182" y="22234"/>
                    </a:lnTo>
                    <a:lnTo>
                      <a:pt x="13337" y="23461"/>
                    </a:lnTo>
                    <a:lnTo>
                      <a:pt x="13532" y="24688"/>
                    </a:lnTo>
                    <a:lnTo>
                      <a:pt x="13785" y="25895"/>
                    </a:lnTo>
                    <a:lnTo>
                      <a:pt x="14058" y="27102"/>
                    </a:lnTo>
                    <a:lnTo>
                      <a:pt x="14389" y="28289"/>
                    </a:lnTo>
                    <a:lnTo>
                      <a:pt x="14155" y="28095"/>
                    </a:lnTo>
                    <a:lnTo>
                      <a:pt x="13902" y="27919"/>
                    </a:lnTo>
                    <a:lnTo>
                      <a:pt x="13629" y="27783"/>
                    </a:lnTo>
                    <a:lnTo>
                      <a:pt x="13357" y="27666"/>
                    </a:lnTo>
                    <a:lnTo>
                      <a:pt x="13065" y="27569"/>
                    </a:lnTo>
                    <a:lnTo>
                      <a:pt x="12753" y="27511"/>
                    </a:lnTo>
                    <a:lnTo>
                      <a:pt x="12461" y="27452"/>
                    </a:lnTo>
                    <a:lnTo>
                      <a:pt x="11916" y="27452"/>
                    </a:lnTo>
                    <a:lnTo>
                      <a:pt x="11683" y="27472"/>
                    </a:lnTo>
                    <a:lnTo>
                      <a:pt x="11468" y="27511"/>
                    </a:lnTo>
                    <a:lnTo>
                      <a:pt x="11235" y="27569"/>
                    </a:lnTo>
                    <a:lnTo>
                      <a:pt x="11021" y="27647"/>
                    </a:lnTo>
                    <a:lnTo>
                      <a:pt x="10806" y="27725"/>
                    </a:lnTo>
                    <a:lnTo>
                      <a:pt x="10592" y="27822"/>
                    </a:lnTo>
                    <a:lnTo>
                      <a:pt x="10398" y="27939"/>
                    </a:lnTo>
                    <a:lnTo>
                      <a:pt x="10183" y="28095"/>
                    </a:lnTo>
                    <a:lnTo>
                      <a:pt x="9969" y="28270"/>
                    </a:lnTo>
                    <a:lnTo>
                      <a:pt x="9775" y="28465"/>
                    </a:lnTo>
                    <a:lnTo>
                      <a:pt x="9619" y="28679"/>
                    </a:lnTo>
                    <a:lnTo>
                      <a:pt x="9463" y="28893"/>
                    </a:lnTo>
                    <a:lnTo>
                      <a:pt x="9327" y="29127"/>
                    </a:lnTo>
                    <a:lnTo>
                      <a:pt x="9210" y="29380"/>
                    </a:lnTo>
                    <a:lnTo>
                      <a:pt x="9113" y="29613"/>
                    </a:lnTo>
                    <a:lnTo>
                      <a:pt x="9035" y="29886"/>
                    </a:lnTo>
                    <a:lnTo>
                      <a:pt x="8976" y="30139"/>
                    </a:lnTo>
                    <a:lnTo>
                      <a:pt x="8937" y="30412"/>
                    </a:lnTo>
                    <a:lnTo>
                      <a:pt x="8918" y="30684"/>
                    </a:lnTo>
                    <a:lnTo>
                      <a:pt x="8918" y="30937"/>
                    </a:lnTo>
                    <a:lnTo>
                      <a:pt x="8937" y="31210"/>
                    </a:lnTo>
                    <a:lnTo>
                      <a:pt x="8996" y="31482"/>
                    </a:lnTo>
                    <a:lnTo>
                      <a:pt x="9074" y="31735"/>
                    </a:lnTo>
                    <a:lnTo>
                      <a:pt x="8821" y="31638"/>
                    </a:lnTo>
                    <a:lnTo>
                      <a:pt x="8567" y="31541"/>
                    </a:lnTo>
                    <a:lnTo>
                      <a:pt x="8334" y="31482"/>
                    </a:lnTo>
                    <a:lnTo>
                      <a:pt x="8061" y="31404"/>
                    </a:lnTo>
                    <a:lnTo>
                      <a:pt x="7808" y="31366"/>
                    </a:lnTo>
                    <a:lnTo>
                      <a:pt x="7555" y="31327"/>
                    </a:lnTo>
                    <a:lnTo>
                      <a:pt x="7302" y="31307"/>
                    </a:lnTo>
                    <a:lnTo>
                      <a:pt x="7029" y="31307"/>
                    </a:lnTo>
                    <a:lnTo>
                      <a:pt x="6659" y="31327"/>
                    </a:lnTo>
                    <a:lnTo>
                      <a:pt x="6270" y="31366"/>
                    </a:lnTo>
                    <a:lnTo>
                      <a:pt x="5900" y="31424"/>
                    </a:lnTo>
                    <a:lnTo>
                      <a:pt x="5511" y="31521"/>
                    </a:lnTo>
                    <a:lnTo>
                      <a:pt x="5141" y="31638"/>
                    </a:lnTo>
                    <a:lnTo>
                      <a:pt x="4771" y="31774"/>
                    </a:lnTo>
                    <a:lnTo>
                      <a:pt x="4420" y="31930"/>
                    </a:lnTo>
                    <a:lnTo>
                      <a:pt x="4070" y="32105"/>
                    </a:lnTo>
                    <a:lnTo>
                      <a:pt x="3720" y="32300"/>
                    </a:lnTo>
                    <a:lnTo>
                      <a:pt x="3389" y="32514"/>
                    </a:lnTo>
                    <a:lnTo>
                      <a:pt x="3077" y="32748"/>
                    </a:lnTo>
                    <a:lnTo>
                      <a:pt x="2766" y="33001"/>
                    </a:lnTo>
                    <a:lnTo>
                      <a:pt x="2493" y="33274"/>
                    </a:lnTo>
                    <a:lnTo>
                      <a:pt x="2220" y="33566"/>
                    </a:lnTo>
                    <a:lnTo>
                      <a:pt x="1967" y="33858"/>
                    </a:lnTo>
                    <a:lnTo>
                      <a:pt x="1734" y="34189"/>
                    </a:lnTo>
                    <a:lnTo>
                      <a:pt x="1461" y="34578"/>
                    </a:lnTo>
                    <a:lnTo>
                      <a:pt x="1247" y="34987"/>
                    </a:lnTo>
                    <a:lnTo>
                      <a:pt x="1033" y="35415"/>
                    </a:lnTo>
                    <a:lnTo>
                      <a:pt x="858" y="35863"/>
                    </a:lnTo>
                    <a:lnTo>
                      <a:pt x="702" y="36311"/>
                    </a:lnTo>
                    <a:lnTo>
                      <a:pt x="565" y="36759"/>
                    </a:lnTo>
                    <a:lnTo>
                      <a:pt x="429" y="37226"/>
                    </a:lnTo>
                    <a:lnTo>
                      <a:pt x="332" y="37693"/>
                    </a:lnTo>
                    <a:lnTo>
                      <a:pt x="254" y="38180"/>
                    </a:lnTo>
                    <a:lnTo>
                      <a:pt x="176" y="38647"/>
                    </a:lnTo>
                    <a:lnTo>
                      <a:pt x="137" y="39134"/>
                    </a:lnTo>
                    <a:lnTo>
                      <a:pt x="79" y="39621"/>
                    </a:lnTo>
                    <a:lnTo>
                      <a:pt x="20" y="40575"/>
                    </a:lnTo>
                    <a:lnTo>
                      <a:pt x="1" y="41509"/>
                    </a:lnTo>
                    <a:lnTo>
                      <a:pt x="1" y="42035"/>
                    </a:lnTo>
                    <a:lnTo>
                      <a:pt x="1" y="42560"/>
                    </a:lnTo>
                    <a:lnTo>
                      <a:pt x="40" y="43086"/>
                    </a:lnTo>
                    <a:lnTo>
                      <a:pt x="98" y="43612"/>
                    </a:lnTo>
                    <a:lnTo>
                      <a:pt x="157" y="44138"/>
                    </a:lnTo>
                    <a:lnTo>
                      <a:pt x="254" y="44644"/>
                    </a:lnTo>
                    <a:lnTo>
                      <a:pt x="351" y="45169"/>
                    </a:lnTo>
                    <a:lnTo>
                      <a:pt x="468" y="45676"/>
                    </a:lnTo>
                    <a:lnTo>
                      <a:pt x="585" y="46201"/>
                    </a:lnTo>
                    <a:lnTo>
                      <a:pt x="741" y="46707"/>
                    </a:lnTo>
                    <a:lnTo>
                      <a:pt x="896" y="47194"/>
                    </a:lnTo>
                    <a:lnTo>
                      <a:pt x="1072" y="47700"/>
                    </a:lnTo>
                    <a:lnTo>
                      <a:pt x="1247" y="48187"/>
                    </a:lnTo>
                    <a:lnTo>
                      <a:pt x="1442" y="48674"/>
                    </a:lnTo>
                    <a:lnTo>
                      <a:pt x="1656" y="49161"/>
                    </a:lnTo>
                    <a:lnTo>
                      <a:pt x="1870" y="49647"/>
                    </a:lnTo>
                    <a:lnTo>
                      <a:pt x="2181" y="50270"/>
                    </a:lnTo>
                    <a:lnTo>
                      <a:pt x="2512" y="50893"/>
                    </a:lnTo>
                    <a:lnTo>
                      <a:pt x="2863" y="51497"/>
                    </a:lnTo>
                    <a:lnTo>
                      <a:pt x="3233" y="52101"/>
                    </a:lnTo>
                    <a:lnTo>
                      <a:pt x="3622" y="52704"/>
                    </a:lnTo>
                    <a:lnTo>
                      <a:pt x="4012" y="53269"/>
                    </a:lnTo>
                    <a:lnTo>
                      <a:pt x="4420" y="53853"/>
                    </a:lnTo>
                    <a:lnTo>
                      <a:pt x="4849" y="54417"/>
                    </a:lnTo>
                    <a:lnTo>
                      <a:pt x="5277" y="54963"/>
                    </a:lnTo>
                    <a:lnTo>
                      <a:pt x="5725" y="55527"/>
                    </a:lnTo>
                    <a:lnTo>
                      <a:pt x="6173" y="56053"/>
                    </a:lnTo>
                    <a:lnTo>
                      <a:pt x="6640" y="56598"/>
                    </a:lnTo>
                    <a:lnTo>
                      <a:pt x="7594" y="57630"/>
                    </a:lnTo>
                    <a:lnTo>
                      <a:pt x="8567" y="58662"/>
                    </a:lnTo>
                    <a:lnTo>
                      <a:pt x="9210" y="59304"/>
                    </a:lnTo>
                    <a:lnTo>
                      <a:pt x="9872" y="59927"/>
                    </a:lnTo>
                    <a:lnTo>
                      <a:pt x="10534" y="60550"/>
                    </a:lnTo>
                    <a:lnTo>
                      <a:pt x="11215" y="61154"/>
                    </a:lnTo>
                    <a:lnTo>
                      <a:pt x="11897" y="61738"/>
                    </a:lnTo>
                    <a:lnTo>
                      <a:pt x="12598" y="62322"/>
                    </a:lnTo>
                    <a:lnTo>
                      <a:pt x="13318" y="62867"/>
                    </a:lnTo>
                    <a:lnTo>
                      <a:pt x="14058" y="63393"/>
                    </a:lnTo>
                    <a:lnTo>
                      <a:pt x="14934" y="63257"/>
                    </a:lnTo>
                    <a:lnTo>
                      <a:pt x="15810" y="63120"/>
                    </a:lnTo>
                    <a:lnTo>
                      <a:pt x="16667" y="62945"/>
                    </a:lnTo>
                    <a:lnTo>
                      <a:pt x="17523" y="62750"/>
                    </a:lnTo>
                    <a:lnTo>
                      <a:pt x="17562" y="62731"/>
                    </a:lnTo>
                    <a:lnTo>
                      <a:pt x="17582" y="62731"/>
                    </a:lnTo>
                    <a:lnTo>
                      <a:pt x="17757" y="62692"/>
                    </a:lnTo>
                    <a:lnTo>
                      <a:pt x="18614" y="62478"/>
                    </a:lnTo>
                    <a:lnTo>
                      <a:pt x="19451" y="62244"/>
                    </a:lnTo>
                    <a:lnTo>
                      <a:pt x="20288" y="61972"/>
                    </a:lnTo>
                    <a:lnTo>
                      <a:pt x="21125" y="61699"/>
                    </a:lnTo>
                    <a:lnTo>
                      <a:pt x="21748" y="61485"/>
                    </a:lnTo>
                    <a:lnTo>
                      <a:pt x="22352" y="61251"/>
                    </a:lnTo>
                    <a:lnTo>
                      <a:pt x="22955" y="60998"/>
                    </a:lnTo>
                    <a:lnTo>
                      <a:pt x="23539" y="60726"/>
                    </a:lnTo>
                    <a:lnTo>
                      <a:pt x="24123" y="60453"/>
                    </a:lnTo>
                    <a:lnTo>
                      <a:pt x="24688" y="60161"/>
                    </a:lnTo>
                    <a:lnTo>
                      <a:pt x="25272" y="59869"/>
                    </a:lnTo>
                    <a:lnTo>
                      <a:pt x="25817" y="59538"/>
                    </a:lnTo>
                    <a:lnTo>
                      <a:pt x="26362" y="59207"/>
                    </a:lnTo>
                    <a:lnTo>
                      <a:pt x="26908" y="58856"/>
                    </a:lnTo>
                    <a:lnTo>
                      <a:pt x="27414" y="58467"/>
                    </a:lnTo>
                    <a:lnTo>
                      <a:pt x="27920" y="58097"/>
                    </a:lnTo>
                    <a:lnTo>
                      <a:pt x="28426" y="57688"/>
                    </a:lnTo>
                    <a:lnTo>
                      <a:pt x="28893" y="57260"/>
                    </a:lnTo>
                    <a:lnTo>
                      <a:pt x="29361" y="56812"/>
                    </a:lnTo>
                    <a:lnTo>
                      <a:pt x="29809" y="56345"/>
                    </a:lnTo>
                    <a:lnTo>
                      <a:pt x="30256" y="55858"/>
                    </a:lnTo>
                    <a:lnTo>
                      <a:pt x="30665" y="55371"/>
                    </a:lnTo>
                    <a:lnTo>
                      <a:pt x="31055" y="54846"/>
                    </a:lnTo>
                    <a:lnTo>
                      <a:pt x="31425" y="54320"/>
                    </a:lnTo>
                    <a:lnTo>
                      <a:pt x="31794" y="53775"/>
                    </a:lnTo>
                    <a:lnTo>
                      <a:pt x="32125" y="53210"/>
                    </a:lnTo>
                    <a:lnTo>
                      <a:pt x="32437" y="52646"/>
                    </a:lnTo>
                    <a:lnTo>
                      <a:pt x="32748" y="52062"/>
                    </a:lnTo>
                    <a:lnTo>
                      <a:pt x="33040" y="51478"/>
                    </a:lnTo>
                    <a:lnTo>
                      <a:pt x="33294" y="50874"/>
                    </a:lnTo>
                    <a:lnTo>
                      <a:pt x="33547" y="50270"/>
                    </a:lnTo>
                    <a:lnTo>
                      <a:pt x="33780" y="49667"/>
                    </a:lnTo>
                    <a:lnTo>
                      <a:pt x="34014" y="49044"/>
                    </a:lnTo>
                    <a:lnTo>
                      <a:pt x="34209" y="48421"/>
                    </a:lnTo>
                    <a:lnTo>
                      <a:pt x="34403" y="47798"/>
                    </a:lnTo>
                    <a:lnTo>
                      <a:pt x="34579" y="47175"/>
                    </a:lnTo>
                    <a:lnTo>
                      <a:pt x="34871" y="46065"/>
                    </a:lnTo>
                    <a:lnTo>
                      <a:pt x="35163" y="44916"/>
                    </a:lnTo>
                    <a:lnTo>
                      <a:pt x="35435" y="43729"/>
                    </a:lnTo>
                    <a:lnTo>
                      <a:pt x="35688" y="42522"/>
                    </a:lnTo>
                    <a:lnTo>
                      <a:pt x="35902" y="41295"/>
                    </a:lnTo>
                    <a:lnTo>
                      <a:pt x="36000" y="40672"/>
                    </a:lnTo>
                    <a:lnTo>
                      <a:pt x="36078" y="40049"/>
                    </a:lnTo>
                    <a:lnTo>
                      <a:pt x="36136" y="39445"/>
                    </a:lnTo>
                    <a:lnTo>
                      <a:pt x="36175" y="38822"/>
                    </a:lnTo>
                    <a:lnTo>
                      <a:pt x="36214" y="38199"/>
                    </a:lnTo>
                    <a:lnTo>
                      <a:pt x="36214" y="37596"/>
                    </a:lnTo>
                    <a:lnTo>
                      <a:pt x="36214" y="36953"/>
                    </a:lnTo>
                    <a:lnTo>
                      <a:pt x="36175" y="36311"/>
                    </a:lnTo>
                    <a:lnTo>
                      <a:pt x="36117" y="35688"/>
                    </a:lnTo>
                    <a:lnTo>
                      <a:pt x="36019" y="35065"/>
                    </a:lnTo>
                    <a:lnTo>
                      <a:pt x="35902" y="34461"/>
                    </a:lnTo>
                    <a:lnTo>
                      <a:pt x="35747" y="33858"/>
                    </a:lnTo>
                    <a:lnTo>
                      <a:pt x="35572" y="33274"/>
                    </a:lnTo>
                    <a:lnTo>
                      <a:pt x="35338" y="32709"/>
                    </a:lnTo>
                    <a:lnTo>
                      <a:pt x="35085" y="32164"/>
                    </a:lnTo>
                    <a:lnTo>
                      <a:pt x="34793" y="31619"/>
                    </a:lnTo>
                    <a:lnTo>
                      <a:pt x="34462" y="31112"/>
                    </a:lnTo>
                    <a:lnTo>
                      <a:pt x="34092" y="30606"/>
                    </a:lnTo>
                    <a:lnTo>
                      <a:pt x="33878" y="30353"/>
                    </a:lnTo>
                    <a:lnTo>
                      <a:pt x="33664" y="30119"/>
                    </a:lnTo>
                    <a:lnTo>
                      <a:pt x="33449" y="29886"/>
                    </a:lnTo>
                    <a:lnTo>
                      <a:pt x="33196" y="29672"/>
                    </a:lnTo>
                    <a:lnTo>
                      <a:pt x="32963" y="29438"/>
                    </a:lnTo>
                    <a:lnTo>
                      <a:pt x="32690" y="29243"/>
                    </a:lnTo>
                    <a:lnTo>
                      <a:pt x="32417" y="29029"/>
                    </a:lnTo>
                    <a:lnTo>
                      <a:pt x="32145" y="28815"/>
                    </a:lnTo>
                    <a:lnTo>
                      <a:pt x="31697" y="28562"/>
                    </a:lnTo>
                    <a:lnTo>
                      <a:pt x="31249" y="28309"/>
                    </a:lnTo>
                    <a:lnTo>
                      <a:pt x="30763" y="28114"/>
                    </a:lnTo>
                    <a:lnTo>
                      <a:pt x="30276" y="27939"/>
                    </a:lnTo>
                    <a:lnTo>
                      <a:pt x="29789" y="27803"/>
                    </a:lnTo>
                    <a:lnTo>
                      <a:pt x="29283" y="27705"/>
                    </a:lnTo>
                    <a:lnTo>
                      <a:pt x="28757" y="27647"/>
                    </a:lnTo>
                    <a:lnTo>
                      <a:pt x="28251" y="27608"/>
                    </a:lnTo>
                    <a:lnTo>
                      <a:pt x="28017" y="27608"/>
                    </a:lnTo>
                    <a:lnTo>
                      <a:pt x="27706" y="27627"/>
                    </a:lnTo>
                    <a:lnTo>
                      <a:pt x="27394" y="27647"/>
                    </a:lnTo>
                    <a:lnTo>
                      <a:pt x="27102" y="27686"/>
                    </a:lnTo>
                    <a:lnTo>
                      <a:pt x="26791" y="27725"/>
                    </a:lnTo>
                    <a:lnTo>
                      <a:pt x="26499" y="27783"/>
                    </a:lnTo>
                    <a:lnTo>
                      <a:pt x="26207" y="27861"/>
                    </a:lnTo>
                    <a:lnTo>
                      <a:pt x="25915" y="27958"/>
                    </a:lnTo>
                    <a:lnTo>
                      <a:pt x="25623" y="28056"/>
                    </a:lnTo>
                    <a:lnTo>
                      <a:pt x="25350" y="28192"/>
                    </a:lnTo>
                    <a:lnTo>
                      <a:pt x="25077" y="28309"/>
                    </a:lnTo>
                    <a:lnTo>
                      <a:pt x="24824" y="28465"/>
                    </a:lnTo>
                    <a:lnTo>
                      <a:pt x="24571" y="28620"/>
                    </a:lnTo>
                    <a:lnTo>
                      <a:pt x="24338" y="28796"/>
                    </a:lnTo>
                    <a:lnTo>
                      <a:pt x="24104" y="28990"/>
                    </a:lnTo>
                    <a:lnTo>
                      <a:pt x="23870" y="29204"/>
                    </a:lnTo>
                    <a:lnTo>
                      <a:pt x="23656" y="29419"/>
                    </a:lnTo>
                    <a:lnTo>
                      <a:pt x="23442" y="29691"/>
                    </a:lnTo>
                    <a:lnTo>
                      <a:pt x="23500" y="29165"/>
                    </a:lnTo>
                    <a:lnTo>
                      <a:pt x="23539" y="28640"/>
                    </a:lnTo>
                    <a:lnTo>
                      <a:pt x="23559" y="28114"/>
                    </a:lnTo>
                    <a:lnTo>
                      <a:pt x="23559" y="27588"/>
                    </a:lnTo>
                    <a:lnTo>
                      <a:pt x="23520" y="27316"/>
                    </a:lnTo>
                    <a:lnTo>
                      <a:pt x="23500" y="27063"/>
                    </a:lnTo>
                    <a:lnTo>
                      <a:pt x="23442" y="26810"/>
                    </a:lnTo>
                    <a:lnTo>
                      <a:pt x="23384" y="26576"/>
                    </a:lnTo>
                    <a:lnTo>
                      <a:pt x="23306" y="26323"/>
                    </a:lnTo>
                    <a:lnTo>
                      <a:pt x="23208" y="26089"/>
                    </a:lnTo>
                    <a:lnTo>
                      <a:pt x="23092" y="25875"/>
                    </a:lnTo>
                    <a:lnTo>
                      <a:pt x="22936" y="25661"/>
                    </a:lnTo>
                    <a:lnTo>
                      <a:pt x="22858" y="25544"/>
                    </a:lnTo>
                    <a:lnTo>
                      <a:pt x="22858" y="25525"/>
                    </a:lnTo>
                    <a:lnTo>
                      <a:pt x="22839" y="25525"/>
                    </a:lnTo>
                    <a:lnTo>
                      <a:pt x="22839" y="25505"/>
                    </a:lnTo>
                    <a:lnTo>
                      <a:pt x="22663" y="25330"/>
                    </a:lnTo>
                    <a:lnTo>
                      <a:pt x="22469" y="25174"/>
                    </a:lnTo>
                    <a:lnTo>
                      <a:pt x="22254" y="25057"/>
                    </a:lnTo>
                    <a:lnTo>
                      <a:pt x="22040" y="24941"/>
                    </a:lnTo>
                    <a:lnTo>
                      <a:pt x="21807" y="24863"/>
                    </a:lnTo>
                    <a:lnTo>
                      <a:pt x="21554" y="24785"/>
                    </a:lnTo>
                    <a:lnTo>
                      <a:pt x="21320" y="24765"/>
                    </a:lnTo>
                    <a:lnTo>
                      <a:pt x="21067" y="24746"/>
                    </a:lnTo>
                    <a:lnTo>
                      <a:pt x="20872" y="24746"/>
                    </a:lnTo>
                    <a:lnTo>
                      <a:pt x="20658" y="24785"/>
                    </a:lnTo>
                    <a:lnTo>
                      <a:pt x="20463" y="24824"/>
                    </a:lnTo>
                    <a:lnTo>
                      <a:pt x="20288" y="24902"/>
                    </a:lnTo>
                    <a:lnTo>
                      <a:pt x="20113" y="24999"/>
                    </a:lnTo>
                    <a:lnTo>
                      <a:pt x="19957" y="25116"/>
                    </a:lnTo>
                    <a:lnTo>
                      <a:pt x="19821" y="25252"/>
                    </a:lnTo>
                    <a:lnTo>
                      <a:pt x="19704" y="25408"/>
                    </a:lnTo>
                    <a:lnTo>
                      <a:pt x="19704" y="25408"/>
                    </a:lnTo>
                    <a:lnTo>
                      <a:pt x="20074" y="24649"/>
                    </a:lnTo>
                    <a:lnTo>
                      <a:pt x="20444" y="23870"/>
                    </a:lnTo>
                    <a:lnTo>
                      <a:pt x="20794" y="23110"/>
                    </a:lnTo>
                    <a:lnTo>
                      <a:pt x="21125" y="22332"/>
                    </a:lnTo>
                    <a:lnTo>
                      <a:pt x="21437" y="21553"/>
                    </a:lnTo>
                    <a:lnTo>
                      <a:pt x="21748" y="20755"/>
                    </a:lnTo>
                    <a:lnTo>
                      <a:pt x="22040" y="19976"/>
                    </a:lnTo>
                    <a:lnTo>
                      <a:pt x="22313" y="19178"/>
                    </a:lnTo>
                    <a:lnTo>
                      <a:pt x="22566" y="18360"/>
                    </a:lnTo>
                    <a:lnTo>
                      <a:pt x="22800" y="17562"/>
                    </a:lnTo>
                    <a:lnTo>
                      <a:pt x="23014" y="16744"/>
                    </a:lnTo>
                    <a:lnTo>
                      <a:pt x="23208" y="15926"/>
                    </a:lnTo>
                    <a:lnTo>
                      <a:pt x="23364" y="15109"/>
                    </a:lnTo>
                    <a:lnTo>
                      <a:pt x="23500" y="14271"/>
                    </a:lnTo>
                    <a:lnTo>
                      <a:pt x="23617" y="13454"/>
                    </a:lnTo>
                    <a:lnTo>
                      <a:pt x="23695" y="12616"/>
                    </a:lnTo>
                    <a:lnTo>
                      <a:pt x="23695" y="12597"/>
                    </a:lnTo>
                    <a:lnTo>
                      <a:pt x="23695" y="12577"/>
                    </a:lnTo>
                    <a:lnTo>
                      <a:pt x="23695" y="12558"/>
                    </a:lnTo>
                    <a:lnTo>
                      <a:pt x="23695" y="12539"/>
                    </a:lnTo>
                    <a:lnTo>
                      <a:pt x="23695" y="12519"/>
                    </a:lnTo>
                    <a:lnTo>
                      <a:pt x="23695" y="12500"/>
                    </a:lnTo>
                    <a:lnTo>
                      <a:pt x="23695" y="12480"/>
                    </a:lnTo>
                    <a:lnTo>
                      <a:pt x="23715" y="12461"/>
                    </a:lnTo>
                    <a:lnTo>
                      <a:pt x="23715" y="12441"/>
                    </a:lnTo>
                    <a:lnTo>
                      <a:pt x="23715" y="12422"/>
                    </a:lnTo>
                    <a:lnTo>
                      <a:pt x="23715" y="12402"/>
                    </a:lnTo>
                    <a:lnTo>
                      <a:pt x="23715" y="12383"/>
                    </a:lnTo>
                    <a:lnTo>
                      <a:pt x="23715" y="12363"/>
                    </a:lnTo>
                    <a:lnTo>
                      <a:pt x="23715" y="12344"/>
                    </a:lnTo>
                    <a:lnTo>
                      <a:pt x="23715" y="12324"/>
                    </a:lnTo>
                    <a:lnTo>
                      <a:pt x="23715" y="12305"/>
                    </a:lnTo>
                    <a:lnTo>
                      <a:pt x="23715" y="12285"/>
                    </a:lnTo>
                    <a:lnTo>
                      <a:pt x="23715" y="12266"/>
                    </a:lnTo>
                    <a:lnTo>
                      <a:pt x="23715" y="12227"/>
                    </a:lnTo>
                    <a:lnTo>
                      <a:pt x="23715" y="12208"/>
                    </a:lnTo>
                    <a:lnTo>
                      <a:pt x="23734" y="12169"/>
                    </a:lnTo>
                    <a:lnTo>
                      <a:pt x="23734" y="12149"/>
                    </a:lnTo>
                    <a:lnTo>
                      <a:pt x="23734" y="12130"/>
                    </a:lnTo>
                    <a:lnTo>
                      <a:pt x="23734" y="12110"/>
                    </a:lnTo>
                    <a:lnTo>
                      <a:pt x="23734" y="12091"/>
                    </a:lnTo>
                    <a:lnTo>
                      <a:pt x="23734" y="12071"/>
                    </a:lnTo>
                    <a:lnTo>
                      <a:pt x="23734" y="12052"/>
                    </a:lnTo>
                    <a:lnTo>
                      <a:pt x="23734" y="12032"/>
                    </a:lnTo>
                    <a:lnTo>
                      <a:pt x="23734" y="12013"/>
                    </a:lnTo>
                    <a:lnTo>
                      <a:pt x="23734" y="11993"/>
                    </a:lnTo>
                    <a:lnTo>
                      <a:pt x="23734" y="11974"/>
                    </a:lnTo>
                    <a:lnTo>
                      <a:pt x="23734" y="11954"/>
                    </a:lnTo>
                    <a:lnTo>
                      <a:pt x="23734" y="11935"/>
                    </a:lnTo>
                    <a:lnTo>
                      <a:pt x="23734" y="11916"/>
                    </a:lnTo>
                    <a:lnTo>
                      <a:pt x="23734" y="11896"/>
                    </a:lnTo>
                    <a:lnTo>
                      <a:pt x="23734" y="11857"/>
                    </a:lnTo>
                    <a:lnTo>
                      <a:pt x="23734" y="11838"/>
                    </a:lnTo>
                    <a:lnTo>
                      <a:pt x="23754" y="11799"/>
                    </a:lnTo>
                    <a:lnTo>
                      <a:pt x="23754" y="11740"/>
                    </a:lnTo>
                    <a:lnTo>
                      <a:pt x="23754" y="11682"/>
                    </a:lnTo>
                    <a:lnTo>
                      <a:pt x="23754" y="11662"/>
                    </a:lnTo>
                    <a:lnTo>
                      <a:pt x="23754" y="11643"/>
                    </a:lnTo>
                    <a:lnTo>
                      <a:pt x="23754" y="11623"/>
                    </a:lnTo>
                    <a:lnTo>
                      <a:pt x="23754" y="11604"/>
                    </a:lnTo>
                    <a:lnTo>
                      <a:pt x="23754" y="11585"/>
                    </a:lnTo>
                    <a:lnTo>
                      <a:pt x="23754" y="11565"/>
                    </a:lnTo>
                    <a:lnTo>
                      <a:pt x="23773" y="10786"/>
                    </a:lnTo>
                    <a:lnTo>
                      <a:pt x="23754" y="10008"/>
                    </a:lnTo>
                    <a:lnTo>
                      <a:pt x="23695" y="9229"/>
                    </a:lnTo>
                    <a:lnTo>
                      <a:pt x="23617" y="8469"/>
                    </a:lnTo>
                    <a:lnTo>
                      <a:pt x="23500" y="7691"/>
                    </a:lnTo>
                    <a:lnTo>
                      <a:pt x="23364" y="6931"/>
                    </a:lnTo>
                    <a:lnTo>
                      <a:pt x="23189" y="6172"/>
                    </a:lnTo>
                    <a:lnTo>
                      <a:pt x="22994" y="5432"/>
                    </a:lnTo>
                    <a:lnTo>
                      <a:pt x="22761" y="4692"/>
                    </a:lnTo>
                    <a:lnTo>
                      <a:pt x="22488" y="3972"/>
                    </a:lnTo>
                    <a:lnTo>
                      <a:pt x="22196" y="3252"/>
                    </a:lnTo>
                    <a:lnTo>
                      <a:pt x="21865" y="2570"/>
                    </a:lnTo>
                    <a:lnTo>
                      <a:pt x="21495" y="1889"/>
                    </a:lnTo>
                    <a:lnTo>
                      <a:pt x="21106" y="1246"/>
                    </a:lnTo>
                    <a:lnTo>
                      <a:pt x="20677" y="604"/>
                    </a:lnTo>
                    <a:lnTo>
                      <a:pt x="20210" y="0"/>
                    </a:lnTo>
                    <a:close/>
                  </a:path>
                </a:pathLst>
              </a:custGeom>
              <a:solidFill>
                <a:srgbClr val="000000">
                  <a:alpha val="217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9" name="Google Shape;7269;p32"/>
              <p:cNvSpPr/>
              <p:nvPr/>
            </p:nvSpPr>
            <p:spPr>
              <a:xfrm>
                <a:off x="5896300" y="-1883925"/>
                <a:ext cx="905350" cy="1584825"/>
              </a:xfrm>
              <a:custGeom>
                <a:avLst/>
                <a:gdLst/>
                <a:ahLst/>
                <a:cxnLst/>
                <a:rect l="l" t="t" r="r" b="b"/>
                <a:pathLst>
                  <a:path w="36214" h="63393" fill="none" extrusionOk="0">
                    <a:moveTo>
                      <a:pt x="20210" y="0"/>
                    </a:moveTo>
                    <a:lnTo>
                      <a:pt x="20210" y="0"/>
                    </a:lnTo>
                    <a:lnTo>
                      <a:pt x="19938" y="175"/>
                    </a:lnTo>
                    <a:lnTo>
                      <a:pt x="19646" y="351"/>
                    </a:lnTo>
                    <a:lnTo>
                      <a:pt x="19646" y="351"/>
                    </a:lnTo>
                    <a:lnTo>
                      <a:pt x="19139" y="721"/>
                    </a:lnTo>
                    <a:lnTo>
                      <a:pt x="18672" y="1129"/>
                    </a:lnTo>
                    <a:lnTo>
                      <a:pt x="18205" y="1558"/>
                    </a:lnTo>
                    <a:lnTo>
                      <a:pt x="17776" y="2025"/>
                    </a:lnTo>
                    <a:lnTo>
                      <a:pt x="17387" y="2492"/>
                    </a:lnTo>
                    <a:lnTo>
                      <a:pt x="17017" y="2999"/>
                    </a:lnTo>
                    <a:lnTo>
                      <a:pt x="16647" y="3524"/>
                    </a:lnTo>
                    <a:lnTo>
                      <a:pt x="16316" y="4050"/>
                    </a:lnTo>
                    <a:lnTo>
                      <a:pt x="16005" y="4614"/>
                    </a:lnTo>
                    <a:lnTo>
                      <a:pt x="15732" y="5179"/>
                    </a:lnTo>
                    <a:lnTo>
                      <a:pt x="15460" y="5763"/>
                    </a:lnTo>
                    <a:lnTo>
                      <a:pt x="15206" y="6347"/>
                    </a:lnTo>
                    <a:lnTo>
                      <a:pt x="14973" y="6931"/>
                    </a:lnTo>
                    <a:lnTo>
                      <a:pt x="14759" y="7535"/>
                    </a:lnTo>
                    <a:lnTo>
                      <a:pt x="14564" y="8138"/>
                    </a:lnTo>
                    <a:lnTo>
                      <a:pt x="14369" y="8761"/>
                    </a:lnTo>
                    <a:lnTo>
                      <a:pt x="14369" y="8761"/>
                    </a:lnTo>
                    <a:lnTo>
                      <a:pt x="14038" y="9949"/>
                    </a:lnTo>
                    <a:lnTo>
                      <a:pt x="13766" y="11156"/>
                    </a:lnTo>
                    <a:lnTo>
                      <a:pt x="13513" y="12363"/>
                    </a:lnTo>
                    <a:lnTo>
                      <a:pt x="13318" y="13590"/>
                    </a:lnTo>
                    <a:lnTo>
                      <a:pt x="13182" y="14816"/>
                    </a:lnTo>
                    <a:lnTo>
                      <a:pt x="13065" y="16043"/>
                    </a:lnTo>
                    <a:lnTo>
                      <a:pt x="13006" y="17289"/>
                    </a:lnTo>
                    <a:lnTo>
                      <a:pt x="12987" y="18535"/>
                    </a:lnTo>
                    <a:lnTo>
                      <a:pt x="13006" y="19762"/>
                    </a:lnTo>
                    <a:lnTo>
                      <a:pt x="13065" y="21008"/>
                    </a:lnTo>
                    <a:lnTo>
                      <a:pt x="13182" y="22234"/>
                    </a:lnTo>
                    <a:lnTo>
                      <a:pt x="13337" y="23461"/>
                    </a:lnTo>
                    <a:lnTo>
                      <a:pt x="13532" y="24688"/>
                    </a:lnTo>
                    <a:lnTo>
                      <a:pt x="13785" y="25895"/>
                    </a:lnTo>
                    <a:lnTo>
                      <a:pt x="14058" y="27102"/>
                    </a:lnTo>
                    <a:lnTo>
                      <a:pt x="14389" y="28289"/>
                    </a:lnTo>
                    <a:lnTo>
                      <a:pt x="14389" y="28289"/>
                    </a:lnTo>
                    <a:lnTo>
                      <a:pt x="14155" y="28095"/>
                    </a:lnTo>
                    <a:lnTo>
                      <a:pt x="13902" y="27919"/>
                    </a:lnTo>
                    <a:lnTo>
                      <a:pt x="13629" y="27783"/>
                    </a:lnTo>
                    <a:lnTo>
                      <a:pt x="13357" y="27666"/>
                    </a:lnTo>
                    <a:lnTo>
                      <a:pt x="13065" y="27569"/>
                    </a:lnTo>
                    <a:lnTo>
                      <a:pt x="12753" y="27511"/>
                    </a:lnTo>
                    <a:lnTo>
                      <a:pt x="12461" y="27452"/>
                    </a:lnTo>
                    <a:lnTo>
                      <a:pt x="12150" y="27452"/>
                    </a:lnTo>
                    <a:lnTo>
                      <a:pt x="12150" y="27452"/>
                    </a:lnTo>
                    <a:lnTo>
                      <a:pt x="11916" y="27452"/>
                    </a:lnTo>
                    <a:lnTo>
                      <a:pt x="11683" y="27472"/>
                    </a:lnTo>
                    <a:lnTo>
                      <a:pt x="11468" y="27511"/>
                    </a:lnTo>
                    <a:lnTo>
                      <a:pt x="11235" y="27569"/>
                    </a:lnTo>
                    <a:lnTo>
                      <a:pt x="11021" y="27647"/>
                    </a:lnTo>
                    <a:lnTo>
                      <a:pt x="10806" y="27725"/>
                    </a:lnTo>
                    <a:lnTo>
                      <a:pt x="10592" y="27822"/>
                    </a:lnTo>
                    <a:lnTo>
                      <a:pt x="10398" y="27939"/>
                    </a:lnTo>
                    <a:lnTo>
                      <a:pt x="10398" y="27939"/>
                    </a:lnTo>
                    <a:lnTo>
                      <a:pt x="10183" y="28095"/>
                    </a:lnTo>
                    <a:lnTo>
                      <a:pt x="9969" y="28270"/>
                    </a:lnTo>
                    <a:lnTo>
                      <a:pt x="9775" y="28465"/>
                    </a:lnTo>
                    <a:lnTo>
                      <a:pt x="9619" y="28679"/>
                    </a:lnTo>
                    <a:lnTo>
                      <a:pt x="9463" y="28893"/>
                    </a:lnTo>
                    <a:lnTo>
                      <a:pt x="9327" y="29127"/>
                    </a:lnTo>
                    <a:lnTo>
                      <a:pt x="9210" y="29380"/>
                    </a:lnTo>
                    <a:lnTo>
                      <a:pt x="9113" y="29613"/>
                    </a:lnTo>
                    <a:lnTo>
                      <a:pt x="9035" y="29886"/>
                    </a:lnTo>
                    <a:lnTo>
                      <a:pt x="8976" y="30139"/>
                    </a:lnTo>
                    <a:lnTo>
                      <a:pt x="8937" y="30412"/>
                    </a:lnTo>
                    <a:lnTo>
                      <a:pt x="8918" y="30684"/>
                    </a:lnTo>
                    <a:lnTo>
                      <a:pt x="8918" y="30937"/>
                    </a:lnTo>
                    <a:lnTo>
                      <a:pt x="8937" y="31210"/>
                    </a:lnTo>
                    <a:lnTo>
                      <a:pt x="8996" y="31482"/>
                    </a:lnTo>
                    <a:lnTo>
                      <a:pt x="9074" y="31735"/>
                    </a:lnTo>
                    <a:lnTo>
                      <a:pt x="9074" y="31735"/>
                    </a:lnTo>
                    <a:lnTo>
                      <a:pt x="8821" y="31638"/>
                    </a:lnTo>
                    <a:lnTo>
                      <a:pt x="8567" y="31541"/>
                    </a:lnTo>
                    <a:lnTo>
                      <a:pt x="8334" y="31482"/>
                    </a:lnTo>
                    <a:lnTo>
                      <a:pt x="8061" y="31404"/>
                    </a:lnTo>
                    <a:lnTo>
                      <a:pt x="7808" y="31366"/>
                    </a:lnTo>
                    <a:lnTo>
                      <a:pt x="7555" y="31327"/>
                    </a:lnTo>
                    <a:lnTo>
                      <a:pt x="7302" y="31307"/>
                    </a:lnTo>
                    <a:lnTo>
                      <a:pt x="7029" y="31307"/>
                    </a:lnTo>
                    <a:lnTo>
                      <a:pt x="7029" y="31307"/>
                    </a:lnTo>
                    <a:lnTo>
                      <a:pt x="6659" y="31327"/>
                    </a:lnTo>
                    <a:lnTo>
                      <a:pt x="6270" y="31366"/>
                    </a:lnTo>
                    <a:lnTo>
                      <a:pt x="5900" y="31424"/>
                    </a:lnTo>
                    <a:lnTo>
                      <a:pt x="5511" y="31521"/>
                    </a:lnTo>
                    <a:lnTo>
                      <a:pt x="5141" y="31638"/>
                    </a:lnTo>
                    <a:lnTo>
                      <a:pt x="4771" y="31774"/>
                    </a:lnTo>
                    <a:lnTo>
                      <a:pt x="4420" y="31930"/>
                    </a:lnTo>
                    <a:lnTo>
                      <a:pt x="4070" y="32105"/>
                    </a:lnTo>
                    <a:lnTo>
                      <a:pt x="3720" y="32300"/>
                    </a:lnTo>
                    <a:lnTo>
                      <a:pt x="3389" y="32514"/>
                    </a:lnTo>
                    <a:lnTo>
                      <a:pt x="3077" y="32748"/>
                    </a:lnTo>
                    <a:lnTo>
                      <a:pt x="2766" y="33001"/>
                    </a:lnTo>
                    <a:lnTo>
                      <a:pt x="2493" y="33274"/>
                    </a:lnTo>
                    <a:lnTo>
                      <a:pt x="2220" y="33566"/>
                    </a:lnTo>
                    <a:lnTo>
                      <a:pt x="1967" y="33858"/>
                    </a:lnTo>
                    <a:lnTo>
                      <a:pt x="1734" y="34189"/>
                    </a:lnTo>
                    <a:lnTo>
                      <a:pt x="1734" y="34189"/>
                    </a:lnTo>
                    <a:lnTo>
                      <a:pt x="1461" y="34578"/>
                    </a:lnTo>
                    <a:lnTo>
                      <a:pt x="1247" y="34987"/>
                    </a:lnTo>
                    <a:lnTo>
                      <a:pt x="1033" y="35415"/>
                    </a:lnTo>
                    <a:lnTo>
                      <a:pt x="858" y="35863"/>
                    </a:lnTo>
                    <a:lnTo>
                      <a:pt x="702" y="36311"/>
                    </a:lnTo>
                    <a:lnTo>
                      <a:pt x="565" y="36759"/>
                    </a:lnTo>
                    <a:lnTo>
                      <a:pt x="429" y="37226"/>
                    </a:lnTo>
                    <a:lnTo>
                      <a:pt x="332" y="37693"/>
                    </a:lnTo>
                    <a:lnTo>
                      <a:pt x="254" y="38180"/>
                    </a:lnTo>
                    <a:lnTo>
                      <a:pt x="176" y="38647"/>
                    </a:lnTo>
                    <a:lnTo>
                      <a:pt x="137" y="39134"/>
                    </a:lnTo>
                    <a:lnTo>
                      <a:pt x="79" y="39621"/>
                    </a:lnTo>
                    <a:lnTo>
                      <a:pt x="20" y="40575"/>
                    </a:lnTo>
                    <a:lnTo>
                      <a:pt x="1" y="41509"/>
                    </a:lnTo>
                    <a:lnTo>
                      <a:pt x="1" y="41509"/>
                    </a:lnTo>
                    <a:lnTo>
                      <a:pt x="1" y="42035"/>
                    </a:lnTo>
                    <a:lnTo>
                      <a:pt x="1" y="42560"/>
                    </a:lnTo>
                    <a:lnTo>
                      <a:pt x="40" y="43086"/>
                    </a:lnTo>
                    <a:lnTo>
                      <a:pt x="98" y="43612"/>
                    </a:lnTo>
                    <a:lnTo>
                      <a:pt x="157" y="44138"/>
                    </a:lnTo>
                    <a:lnTo>
                      <a:pt x="254" y="44644"/>
                    </a:lnTo>
                    <a:lnTo>
                      <a:pt x="351" y="45169"/>
                    </a:lnTo>
                    <a:lnTo>
                      <a:pt x="468" y="45676"/>
                    </a:lnTo>
                    <a:lnTo>
                      <a:pt x="585" y="46201"/>
                    </a:lnTo>
                    <a:lnTo>
                      <a:pt x="741" y="46707"/>
                    </a:lnTo>
                    <a:lnTo>
                      <a:pt x="896" y="47194"/>
                    </a:lnTo>
                    <a:lnTo>
                      <a:pt x="1072" y="47700"/>
                    </a:lnTo>
                    <a:lnTo>
                      <a:pt x="1247" y="48187"/>
                    </a:lnTo>
                    <a:lnTo>
                      <a:pt x="1442" y="48674"/>
                    </a:lnTo>
                    <a:lnTo>
                      <a:pt x="1656" y="49161"/>
                    </a:lnTo>
                    <a:lnTo>
                      <a:pt x="1870" y="49647"/>
                    </a:lnTo>
                    <a:lnTo>
                      <a:pt x="1870" y="49647"/>
                    </a:lnTo>
                    <a:lnTo>
                      <a:pt x="2181" y="50270"/>
                    </a:lnTo>
                    <a:lnTo>
                      <a:pt x="2512" y="50893"/>
                    </a:lnTo>
                    <a:lnTo>
                      <a:pt x="2863" y="51497"/>
                    </a:lnTo>
                    <a:lnTo>
                      <a:pt x="3233" y="52101"/>
                    </a:lnTo>
                    <a:lnTo>
                      <a:pt x="3622" y="52704"/>
                    </a:lnTo>
                    <a:lnTo>
                      <a:pt x="4012" y="53269"/>
                    </a:lnTo>
                    <a:lnTo>
                      <a:pt x="4420" y="53853"/>
                    </a:lnTo>
                    <a:lnTo>
                      <a:pt x="4849" y="54417"/>
                    </a:lnTo>
                    <a:lnTo>
                      <a:pt x="5277" y="54963"/>
                    </a:lnTo>
                    <a:lnTo>
                      <a:pt x="5725" y="55527"/>
                    </a:lnTo>
                    <a:lnTo>
                      <a:pt x="6173" y="56053"/>
                    </a:lnTo>
                    <a:lnTo>
                      <a:pt x="6640" y="56598"/>
                    </a:lnTo>
                    <a:lnTo>
                      <a:pt x="7594" y="57630"/>
                    </a:lnTo>
                    <a:lnTo>
                      <a:pt x="8567" y="58662"/>
                    </a:lnTo>
                    <a:lnTo>
                      <a:pt x="8567" y="58662"/>
                    </a:lnTo>
                    <a:lnTo>
                      <a:pt x="9210" y="59304"/>
                    </a:lnTo>
                    <a:lnTo>
                      <a:pt x="9872" y="59927"/>
                    </a:lnTo>
                    <a:lnTo>
                      <a:pt x="10534" y="60550"/>
                    </a:lnTo>
                    <a:lnTo>
                      <a:pt x="11215" y="61154"/>
                    </a:lnTo>
                    <a:lnTo>
                      <a:pt x="11897" y="61738"/>
                    </a:lnTo>
                    <a:lnTo>
                      <a:pt x="12598" y="62322"/>
                    </a:lnTo>
                    <a:lnTo>
                      <a:pt x="13318" y="62867"/>
                    </a:lnTo>
                    <a:lnTo>
                      <a:pt x="14058" y="63393"/>
                    </a:lnTo>
                    <a:lnTo>
                      <a:pt x="14058" y="63393"/>
                    </a:lnTo>
                    <a:lnTo>
                      <a:pt x="14934" y="63257"/>
                    </a:lnTo>
                    <a:lnTo>
                      <a:pt x="15810" y="63120"/>
                    </a:lnTo>
                    <a:lnTo>
                      <a:pt x="16667" y="62945"/>
                    </a:lnTo>
                    <a:lnTo>
                      <a:pt x="17523" y="62750"/>
                    </a:lnTo>
                    <a:lnTo>
                      <a:pt x="17523" y="62750"/>
                    </a:lnTo>
                    <a:lnTo>
                      <a:pt x="17523" y="62750"/>
                    </a:lnTo>
                    <a:lnTo>
                      <a:pt x="17562" y="62731"/>
                    </a:lnTo>
                    <a:lnTo>
                      <a:pt x="17562" y="62731"/>
                    </a:lnTo>
                    <a:lnTo>
                      <a:pt x="17562" y="62731"/>
                    </a:lnTo>
                    <a:lnTo>
                      <a:pt x="17562" y="62731"/>
                    </a:lnTo>
                    <a:lnTo>
                      <a:pt x="17582" y="62731"/>
                    </a:lnTo>
                    <a:lnTo>
                      <a:pt x="17582" y="62731"/>
                    </a:lnTo>
                    <a:lnTo>
                      <a:pt x="17757" y="62692"/>
                    </a:lnTo>
                    <a:lnTo>
                      <a:pt x="17757" y="62692"/>
                    </a:lnTo>
                    <a:lnTo>
                      <a:pt x="18614" y="62478"/>
                    </a:lnTo>
                    <a:lnTo>
                      <a:pt x="19451" y="62244"/>
                    </a:lnTo>
                    <a:lnTo>
                      <a:pt x="20288" y="61972"/>
                    </a:lnTo>
                    <a:lnTo>
                      <a:pt x="21125" y="61699"/>
                    </a:lnTo>
                    <a:lnTo>
                      <a:pt x="21125" y="61699"/>
                    </a:lnTo>
                    <a:lnTo>
                      <a:pt x="21748" y="61485"/>
                    </a:lnTo>
                    <a:lnTo>
                      <a:pt x="22352" y="61251"/>
                    </a:lnTo>
                    <a:lnTo>
                      <a:pt x="22955" y="60998"/>
                    </a:lnTo>
                    <a:lnTo>
                      <a:pt x="23539" y="60726"/>
                    </a:lnTo>
                    <a:lnTo>
                      <a:pt x="24123" y="60453"/>
                    </a:lnTo>
                    <a:lnTo>
                      <a:pt x="24688" y="60161"/>
                    </a:lnTo>
                    <a:lnTo>
                      <a:pt x="25272" y="59869"/>
                    </a:lnTo>
                    <a:lnTo>
                      <a:pt x="25817" y="59538"/>
                    </a:lnTo>
                    <a:lnTo>
                      <a:pt x="26362" y="59207"/>
                    </a:lnTo>
                    <a:lnTo>
                      <a:pt x="26908" y="58856"/>
                    </a:lnTo>
                    <a:lnTo>
                      <a:pt x="27414" y="58467"/>
                    </a:lnTo>
                    <a:lnTo>
                      <a:pt x="27920" y="58097"/>
                    </a:lnTo>
                    <a:lnTo>
                      <a:pt x="28426" y="57688"/>
                    </a:lnTo>
                    <a:lnTo>
                      <a:pt x="28893" y="57260"/>
                    </a:lnTo>
                    <a:lnTo>
                      <a:pt x="29361" y="56812"/>
                    </a:lnTo>
                    <a:lnTo>
                      <a:pt x="29809" y="56345"/>
                    </a:lnTo>
                    <a:lnTo>
                      <a:pt x="29809" y="56345"/>
                    </a:lnTo>
                    <a:lnTo>
                      <a:pt x="30256" y="55858"/>
                    </a:lnTo>
                    <a:lnTo>
                      <a:pt x="30665" y="55371"/>
                    </a:lnTo>
                    <a:lnTo>
                      <a:pt x="31055" y="54846"/>
                    </a:lnTo>
                    <a:lnTo>
                      <a:pt x="31425" y="54320"/>
                    </a:lnTo>
                    <a:lnTo>
                      <a:pt x="31794" y="53775"/>
                    </a:lnTo>
                    <a:lnTo>
                      <a:pt x="32125" y="53210"/>
                    </a:lnTo>
                    <a:lnTo>
                      <a:pt x="32437" y="52646"/>
                    </a:lnTo>
                    <a:lnTo>
                      <a:pt x="32748" y="52062"/>
                    </a:lnTo>
                    <a:lnTo>
                      <a:pt x="33040" y="51478"/>
                    </a:lnTo>
                    <a:lnTo>
                      <a:pt x="33294" y="50874"/>
                    </a:lnTo>
                    <a:lnTo>
                      <a:pt x="33547" y="50270"/>
                    </a:lnTo>
                    <a:lnTo>
                      <a:pt x="33780" y="49667"/>
                    </a:lnTo>
                    <a:lnTo>
                      <a:pt x="34014" y="49044"/>
                    </a:lnTo>
                    <a:lnTo>
                      <a:pt x="34209" y="48421"/>
                    </a:lnTo>
                    <a:lnTo>
                      <a:pt x="34403" y="47798"/>
                    </a:lnTo>
                    <a:lnTo>
                      <a:pt x="34579" y="47175"/>
                    </a:lnTo>
                    <a:lnTo>
                      <a:pt x="34579" y="47175"/>
                    </a:lnTo>
                    <a:lnTo>
                      <a:pt x="34871" y="46065"/>
                    </a:lnTo>
                    <a:lnTo>
                      <a:pt x="35163" y="44916"/>
                    </a:lnTo>
                    <a:lnTo>
                      <a:pt x="35435" y="43729"/>
                    </a:lnTo>
                    <a:lnTo>
                      <a:pt x="35688" y="42522"/>
                    </a:lnTo>
                    <a:lnTo>
                      <a:pt x="35902" y="41295"/>
                    </a:lnTo>
                    <a:lnTo>
                      <a:pt x="36000" y="40672"/>
                    </a:lnTo>
                    <a:lnTo>
                      <a:pt x="36078" y="40049"/>
                    </a:lnTo>
                    <a:lnTo>
                      <a:pt x="36136" y="39445"/>
                    </a:lnTo>
                    <a:lnTo>
                      <a:pt x="36175" y="38822"/>
                    </a:lnTo>
                    <a:lnTo>
                      <a:pt x="36214" y="38199"/>
                    </a:lnTo>
                    <a:lnTo>
                      <a:pt x="36214" y="37596"/>
                    </a:lnTo>
                    <a:lnTo>
                      <a:pt x="36214" y="37596"/>
                    </a:lnTo>
                    <a:lnTo>
                      <a:pt x="36214" y="36953"/>
                    </a:lnTo>
                    <a:lnTo>
                      <a:pt x="36175" y="36311"/>
                    </a:lnTo>
                    <a:lnTo>
                      <a:pt x="36117" y="35688"/>
                    </a:lnTo>
                    <a:lnTo>
                      <a:pt x="36019" y="35065"/>
                    </a:lnTo>
                    <a:lnTo>
                      <a:pt x="35902" y="34461"/>
                    </a:lnTo>
                    <a:lnTo>
                      <a:pt x="35747" y="33858"/>
                    </a:lnTo>
                    <a:lnTo>
                      <a:pt x="35572" y="33274"/>
                    </a:lnTo>
                    <a:lnTo>
                      <a:pt x="35338" y="32709"/>
                    </a:lnTo>
                    <a:lnTo>
                      <a:pt x="35085" y="32164"/>
                    </a:lnTo>
                    <a:lnTo>
                      <a:pt x="34793" y="31619"/>
                    </a:lnTo>
                    <a:lnTo>
                      <a:pt x="34462" y="31112"/>
                    </a:lnTo>
                    <a:lnTo>
                      <a:pt x="34092" y="30606"/>
                    </a:lnTo>
                    <a:lnTo>
                      <a:pt x="33878" y="30353"/>
                    </a:lnTo>
                    <a:lnTo>
                      <a:pt x="33664" y="30119"/>
                    </a:lnTo>
                    <a:lnTo>
                      <a:pt x="33449" y="29886"/>
                    </a:lnTo>
                    <a:lnTo>
                      <a:pt x="33196" y="29672"/>
                    </a:lnTo>
                    <a:lnTo>
                      <a:pt x="32963" y="29438"/>
                    </a:lnTo>
                    <a:lnTo>
                      <a:pt x="32690" y="29243"/>
                    </a:lnTo>
                    <a:lnTo>
                      <a:pt x="32417" y="29029"/>
                    </a:lnTo>
                    <a:lnTo>
                      <a:pt x="32145" y="28815"/>
                    </a:lnTo>
                    <a:lnTo>
                      <a:pt x="32145" y="28815"/>
                    </a:lnTo>
                    <a:lnTo>
                      <a:pt x="32145" y="28815"/>
                    </a:lnTo>
                    <a:lnTo>
                      <a:pt x="31697" y="28562"/>
                    </a:lnTo>
                    <a:lnTo>
                      <a:pt x="31249" y="28309"/>
                    </a:lnTo>
                    <a:lnTo>
                      <a:pt x="30763" y="28114"/>
                    </a:lnTo>
                    <a:lnTo>
                      <a:pt x="30276" y="27939"/>
                    </a:lnTo>
                    <a:lnTo>
                      <a:pt x="29789" y="27803"/>
                    </a:lnTo>
                    <a:lnTo>
                      <a:pt x="29283" y="27705"/>
                    </a:lnTo>
                    <a:lnTo>
                      <a:pt x="28757" y="27647"/>
                    </a:lnTo>
                    <a:lnTo>
                      <a:pt x="28251" y="27608"/>
                    </a:lnTo>
                    <a:lnTo>
                      <a:pt x="28251" y="27608"/>
                    </a:lnTo>
                    <a:lnTo>
                      <a:pt x="28095" y="27608"/>
                    </a:lnTo>
                    <a:lnTo>
                      <a:pt x="28095" y="27608"/>
                    </a:lnTo>
                    <a:lnTo>
                      <a:pt x="28017" y="27608"/>
                    </a:lnTo>
                    <a:lnTo>
                      <a:pt x="28017" y="27608"/>
                    </a:lnTo>
                    <a:lnTo>
                      <a:pt x="27706" y="27627"/>
                    </a:lnTo>
                    <a:lnTo>
                      <a:pt x="27394" y="27647"/>
                    </a:lnTo>
                    <a:lnTo>
                      <a:pt x="27102" y="27686"/>
                    </a:lnTo>
                    <a:lnTo>
                      <a:pt x="26791" y="27725"/>
                    </a:lnTo>
                    <a:lnTo>
                      <a:pt x="26499" y="27783"/>
                    </a:lnTo>
                    <a:lnTo>
                      <a:pt x="26207" y="27861"/>
                    </a:lnTo>
                    <a:lnTo>
                      <a:pt x="25915" y="27958"/>
                    </a:lnTo>
                    <a:lnTo>
                      <a:pt x="25623" y="28056"/>
                    </a:lnTo>
                    <a:lnTo>
                      <a:pt x="25350" y="28192"/>
                    </a:lnTo>
                    <a:lnTo>
                      <a:pt x="25077" y="28309"/>
                    </a:lnTo>
                    <a:lnTo>
                      <a:pt x="24824" y="28465"/>
                    </a:lnTo>
                    <a:lnTo>
                      <a:pt x="24571" y="28620"/>
                    </a:lnTo>
                    <a:lnTo>
                      <a:pt x="24338" y="28796"/>
                    </a:lnTo>
                    <a:lnTo>
                      <a:pt x="24104" y="28990"/>
                    </a:lnTo>
                    <a:lnTo>
                      <a:pt x="23870" y="29204"/>
                    </a:lnTo>
                    <a:lnTo>
                      <a:pt x="23656" y="29419"/>
                    </a:lnTo>
                    <a:lnTo>
                      <a:pt x="23656" y="29419"/>
                    </a:lnTo>
                    <a:lnTo>
                      <a:pt x="23442" y="29691"/>
                    </a:lnTo>
                    <a:lnTo>
                      <a:pt x="23442" y="29691"/>
                    </a:lnTo>
                    <a:lnTo>
                      <a:pt x="23442" y="29691"/>
                    </a:lnTo>
                    <a:lnTo>
                      <a:pt x="23442" y="29691"/>
                    </a:lnTo>
                    <a:lnTo>
                      <a:pt x="23442" y="29691"/>
                    </a:lnTo>
                    <a:lnTo>
                      <a:pt x="23500" y="29165"/>
                    </a:lnTo>
                    <a:lnTo>
                      <a:pt x="23539" y="28640"/>
                    </a:lnTo>
                    <a:lnTo>
                      <a:pt x="23559" y="28114"/>
                    </a:lnTo>
                    <a:lnTo>
                      <a:pt x="23559" y="27588"/>
                    </a:lnTo>
                    <a:lnTo>
                      <a:pt x="23520" y="27316"/>
                    </a:lnTo>
                    <a:lnTo>
                      <a:pt x="23500" y="27063"/>
                    </a:lnTo>
                    <a:lnTo>
                      <a:pt x="23442" y="26810"/>
                    </a:lnTo>
                    <a:lnTo>
                      <a:pt x="23384" y="26576"/>
                    </a:lnTo>
                    <a:lnTo>
                      <a:pt x="23306" y="26323"/>
                    </a:lnTo>
                    <a:lnTo>
                      <a:pt x="23208" y="26089"/>
                    </a:lnTo>
                    <a:lnTo>
                      <a:pt x="23092" y="25875"/>
                    </a:lnTo>
                    <a:lnTo>
                      <a:pt x="22936" y="25661"/>
                    </a:lnTo>
                    <a:lnTo>
                      <a:pt x="22936" y="25661"/>
                    </a:lnTo>
                    <a:lnTo>
                      <a:pt x="22936" y="25661"/>
                    </a:lnTo>
                    <a:lnTo>
                      <a:pt x="22858" y="25544"/>
                    </a:lnTo>
                    <a:lnTo>
                      <a:pt x="22858" y="25544"/>
                    </a:lnTo>
                    <a:lnTo>
                      <a:pt x="22858" y="25525"/>
                    </a:lnTo>
                    <a:lnTo>
                      <a:pt x="22858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25"/>
                    </a:lnTo>
                    <a:lnTo>
                      <a:pt x="22839" y="25505"/>
                    </a:lnTo>
                    <a:lnTo>
                      <a:pt x="22839" y="25505"/>
                    </a:lnTo>
                    <a:lnTo>
                      <a:pt x="22839" y="25505"/>
                    </a:lnTo>
                    <a:lnTo>
                      <a:pt x="22839" y="25505"/>
                    </a:lnTo>
                    <a:lnTo>
                      <a:pt x="22663" y="25330"/>
                    </a:lnTo>
                    <a:lnTo>
                      <a:pt x="22469" y="25174"/>
                    </a:lnTo>
                    <a:lnTo>
                      <a:pt x="22254" y="25057"/>
                    </a:lnTo>
                    <a:lnTo>
                      <a:pt x="22040" y="24941"/>
                    </a:lnTo>
                    <a:lnTo>
                      <a:pt x="21807" y="24863"/>
                    </a:lnTo>
                    <a:lnTo>
                      <a:pt x="21554" y="24785"/>
                    </a:lnTo>
                    <a:lnTo>
                      <a:pt x="21320" y="24765"/>
                    </a:lnTo>
                    <a:lnTo>
                      <a:pt x="21067" y="24746"/>
                    </a:lnTo>
                    <a:lnTo>
                      <a:pt x="21067" y="24746"/>
                    </a:lnTo>
                    <a:lnTo>
                      <a:pt x="20872" y="24746"/>
                    </a:lnTo>
                    <a:lnTo>
                      <a:pt x="20658" y="24785"/>
                    </a:lnTo>
                    <a:lnTo>
                      <a:pt x="20463" y="24824"/>
                    </a:lnTo>
                    <a:lnTo>
                      <a:pt x="20288" y="24902"/>
                    </a:lnTo>
                    <a:lnTo>
                      <a:pt x="20113" y="24999"/>
                    </a:lnTo>
                    <a:lnTo>
                      <a:pt x="19957" y="25116"/>
                    </a:lnTo>
                    <a:lnTo>
                      <a:pt x="19821" y="25252"/>
                    </a:lnTo>
                    <a:lnTo>
                      <a:pt x="19704" y="25408"/>
                    </a:lnTo>
                    <a:lnTo>
                      <a:pt x="19704" y="25408"/>
                    </a:lnTo>
                    <a:lnTo>
                      <a:pt x="20074" y="24649"/>
                    </a:lnTo>
                    <a:lnTo>
                      <a:pt x="20444" y="23870"/>
                    </a:lnTo>
                    <a:lnTo>
                      <a:pt x="20794" y="23110"/>
                    </a:lnTo>
                    <a:lnTo>
                      <a:pt x="21125" y="22332"/>
                    </a:lnTo>
                    <a:lnTo>
                      <a:pt x="21437" y="21553"/>
                    </a:lnTo>
                    <a:lnTo>
                      <a:pt x="21748" y="20755"/>
                    </a:lnTo>
                    <a:lnTo>
                      <a:pt x="22040" y="19976"/>
                    </a:lnTo>
                    <a:lnTo>
                      <a:pt x="22313" y="19178"/>
                    </a:lnTo>
                    <a:lnTo>
                      <a:pt x="22566" y="18360"/>
                    </a:lnTo>
                    <a:lnTo>
                      <a:pt x="22800" y="17562"/>
                    </a:lnTo>
                    <a:lnTo>
                      <a:pt x="23014" y="16744"/>
                    </a:lnTo>
                    <a:lnTo>
                      <a:pt x="23208" y="15926"/>
                    </a:lnTo>
                    <a:lnTo>
                      <a:pt x="23364" y="15109"/>
                    </a:lnTo>
                    <a:lnTo>
                      <a:pt x="23500" y="14271"/>
                    </a:lnTo>
                    <a:lnTo>
                      <a:pt x="23617" y="13454"/>
                    </a:lnTo>
                    <a:lnTo>
                      <a:pt x="23695" y="12616"/>
                    </a:lnTo>
                    <a:lnTo>
                      <a:pt x="23695" y="12616"/>
                    </a:lnTo>
                    <a:lnTo>
                      <a:pt x="23695" y="12616"/>
                    </a:lnTo>
                    <a:lnTo>
                      <a:pt x="23695" y="12616"/>
                    </a:lnTo>
                    <a:lnTo>
                      <a:pt x="23695" y="12597"/>
                    </a:lnTo>
                    <a:lnTo>
                      <a:pt x="23695" y="12597"/>
                    </a:lnTo>
                    <a:lnTo>
                      <a:pt x="23695" y="12577"/>
                    </a:lnTo>
                    <a:lnTo>
                      <a:pt x="23695" y="12577"/>
                    </a:lnTo>
                    <a:lnTo>
                      <a:pt x="23695" y="12558"/>
                    </a:lnTo>
                    <a:lnTo>
                      <a:pt x="23695" y="12558"/>
                    </a:lnTo>
                    <a:lnTo>
                      <a:pt x="23695" y="12558"/>
                    </a:lnTo>
                    <a:lnTo>
                      <a:pt x="23695" y="12558"/>
                    </a:lnTo>
                    <a:lnTo>
                      <a:pt x="23695" y="12539"/>
                    </a:lnTo>
                    <a:lnTo>
                      <a:pt x="23695" y="12539"/>
                    </a:lnTo>
                    <a:lnTo>
                      <a:pt x="23695" y="12519"/>
                    </a:lnTo>
                    <a:lnTo>
                      <a:pt x="23695" y="12519"/>
                    </a:lnTo>
                    <a:lnTo>
                      <a:pt x="23695" y="12500"/>
                    </a:lnTo>
                    <a:lnTo>
                      <a:pt x="23695" y="12500"/>
                    </a:lnTo>
                    <a:lnTo>
                      <a:pt x="23695" y="12500"/>
                    </a:lnTo>
                    <a:lnTo>
                      <a:pt x="23695" y="12500"/>
                    </a:lnTo>
                    <a:lnTo>
                      <a:pt x="23695" y="12480"/>
                    </a:lnTo>
                    <a:lnTo>
                      <a:pt x="23695" y="12480"/>
                    </a:lnTo>
                    <a:lnTo>
                      <a:pt x="23715" y="12461"/>
                    </a:lnTo>
                    <a:lnTo>
                      <a:pt x="23715" y="12461"/>
                    </a:lnTo>
                    <a:lnTo>
                      <a:pt x="23715" y="12461"/>
                    </a:lnTo>
                    <a:lnTo>
                      <a:pt x="23715" y="12461"/>
                    </a:lnTo>
                    <a:lnTo>
                      <a:pt x="23715" y="12441"/>
                    </a:lnTo>
                    <a:lnTo>
                      <a:pt x="23715" y="12441"/>
                    </a:lnTo>
                    <a:lnTo>
                      <a:pt x="23715" y="12422"/>
                    </a:lnTo>
                    <a:lnTo>
                      <a:pt x="23715" y="12422"/>
                    </a:lnTo>
                    <a:lnTo>
                      <a:pt x="23715" y="12402"/>
                    </a:lnTo>
                    <a:lnTo>
                      <a:pt x="23715" y="12402"/>
                    </a:lnTo>
                    <a:lnTo>
                      <a:pt x="23715" y="12402"/>
                    </a:lnTo>
                    <a:lnTo>
                      <a:pt x="23715" y="12402"/>
                    </a:lnTo>
                    <a:lnTo>
                      <a:pt x="23715" y="12383"/>
                    </a:lnTo>
                    <a:lnTo>
                      <a:pt x="23715" y="12383"/>
                    </a:lnTo>
                    <a:lnTo>
                      <a:pt x="23715" y="12363"/>
                    </a:lnTo>
                    <a:lnTo>
                      <a:pt x="23715" y="12363"/>
                    </a:lnTo>
                    <a:lnTo>
                      <a:pt x="23715" y="12344"/>
                    </a:lnTo>
                    <a:lnTo>
                      <a:pt x="23715" y="12344"/>
                    </a:lnTo>
                    <a:lnTo>
                      <a:pt x="23715" y="12344"/>
                    </a:lnTo>
                    <a:lnTo>
                      <a:pt x="23715" y="12344"/>
                    </a:lnTo>
                    <a:lnTo>
                      <a:pt x="23715" y="12324"/>
                    </a:lnTo>
                    <a:lnTo>
                      <a:pt x="23715" y="12324"/>
                    </a:lnTo>
                    <a:lnTo>
                      <a:pt x="23715" y="12305"/>
                    </a:lnTo>
                    <a:lnTo>
                      <a:pt x="23715" y="12305"/>
                    </a:lnTo>
                    <a:lnTo>
                      <a:pt x="23715" y="12285"/>
                    </a:lnTo>
                    <a:lnTo>
                      <a:pt x="23715" y="12285"/>
                    </a:lnTo>
                    <a:lnTo>
                      <a:pt x="23715" y="12285"/>
                    </a:lnTo>
                    <a:lnTo>
                      <a:pt x="23715" y="12285"/>
                    </a:lnTo>
                    <a:lnTo>
                      <a:pt x="23715" y="12266"/>
                    </a:lnTo>
                    <a:lnTo>
                      <a:pt x="23715" y="12266"/>
                    </a:lnTo>
                    <a:lnTo>
                      <a:pt x="23715" y="12266"/>
                    </a:lnTo>
                    <a:lnTo>
                      <a:pt x="23715" y="12266"/>
                    </a:lnTo>
                    <a:lnTo>
                      <a:pt x="23715" y="12227"/>
                    </a:lnTo>
                    <a:lnTo>
                      <a:pt x="23715" y="12227"/>
                    </a:lnTo>
                    <a:lnTo>
                      <a:pt x="23715" y="12227"/>
                    </a:lnTo>
                    <a:lnTo>
                      <a:pt x="23715" y="12227"/>
                    </a:lnTo>
                    <a:lnTo>
                      <a:pt x="23715" y="12208"/>
                    </a:lnTo>
                    <a:lnTo>
                      <a:pt x="23715" y="12208"/>
                    </a:lnTo>
                    <a:lnTo>
                      <a:pt x="23715" y="12208"/>
                    </a:lnTo>
                    <a:lnTo>
                      <a:pt x="23715" y="12208"/>
                    </a:lnTo>
                    <a:lnTo>
                      <a:pt x="23734" y="12169"/>
                    </a:lnTo>
                    <a:lnTo>
                      <a:pt x="23734" y="12169"/>
                    </a:lnTo>
                    <a:lnTo>
                      <a:pt x="23734" y="12169"/>
                    </a:lnTo>
                    <a:lnTo>
                      <a:pt x="23734" y="12169"/>
                    </a:lnTo>
                    <a:lnTo>
                      <a:pt x="23734" y="12149"/>
                    </a:lnTo>
                    <a:lnTo>
                      <a:pt x="23734" y="12149"/>
                    </a:lnTo>
                    <a:lnTo>
                      <a:pt x="23734" y="12149"/>
                    </a:lnTo>
                    <a:lnTo>
                      <a:pt x="23734" y="12149"/>
                    </a:lnTo>
                    <a:lnTo>
                      <a:pt x="23734" y="12130"/>
                    </a:lnTo>
                    <a:lnTo>
                      <a:pt x="23734" y="12130"/>
                    </a:lnTo>
                    <a:lnTo>
                      <a:pt x="23734" y="12110"/>
                    </a:lnTo>
                    <a:lnTo>
                      <a:pt x="23734" y="12110"/>
                    </a:lnTo>
                    <a:lnTo>
                      <a:pt x="23734" y="12091"/>
                    </a:lnTo>
                    <a:lnTo>
                      <a:pt x="23734" y="12091"/>
                    </a:lnTo>
                    <a:lnTo>
                      <a:pt x="23734" y="12091"/>
                    </a:lnTo>
                    <a:lnTo>
                      <a:pt x="23734" y="12091"/>
                    </a:lnTo>
                    <a:lnTo>
                      <a:pt x="23734" y="12071"/>
                    </a:lnTo>
                    <a:lnTo>
                      <a:pt x="23734" y="12071"/>
                    </a:lnTo>
                    <a:lnTo>
                      <a:pt x="23734" y="12052"/>
                    </a:lnTo>
                    <a:lnTo>
                      <a:pt x="23734" y="12052"/>
                    </a:lnTo>
                    <a:lnTo>
                      <a:pt x="23734" y="12032"/>
                    </a:lnTo>
                    <a:lnTo>
                      <a:pt x="23734" y="12032"/>
                    </a:lnTo>
                    <a:lnTo>
                      <a:pt x="23734" y="12032"/>
                    </a:lnTo>
                    <a:lnTo>
                      <a:pt x="23734" y="12032"/>
                    </a:lnTo>
                    <a:lnTo>
                      <a:pt x="23734" y="12013"/>
                    </a:lnTo>
                    <a:lnTo>
                      <a:pt x="23734" y="12013"/>
                    </a:lnTo>
                    <a:lnTo>
                      <a:pt x="23734" y="11993"/>
                    </a:lnTo>
                    <a:lnTo>
                      <a:pt x="23734" y="11993"/>
                    </a:lnTo>
                    <a:lnTo>
                      <a:pt x="23734" y="11974"/>
                    </a:lnTo>
                    <a:lnTo>
                      <a:pt x="23734" y="11974"/>
                    </a:lnTo>
                    <a:lnTo>
                      <a:pt x="23734" y="11974"/>
                    </a:lnTo>
                    <a:lnTo>
                      <a:pt x="23734" y="11974"/>
                    </a:lnTo>
                    <a:lnTo>
                      <a:pt x="23734" y="11954"/>
                    </a:lnTo>
                    <a:lnTo>
                      <a:pt x="23734" y="11954"/>
                    </a:lnTo>
                    <a:lnTo>
                      <a:pt x="23734" y="11935"/>
                    </a:lnTo>
                    <a:lnTo>
                      <a:pt x="23734" y="11935"/>
                    </a:lnTo>
                    <a:lnTo>
                      <a:pt x="23734" y="11916"/>
                    </a:lnTo>
                    <a:lnTo>
                      <a:pt x="23734" y="11916"/>
                    </a:lnTo>
                    <a:lnTo>
                      <a:pt x="23734" y="11916"/>
                    </a:lnTo>
                    <a:lnTo>
                      <a:pt x="23734" y="11916"/>
                    </a:lnTo>
                    <a:lnTo>
                      <a:pt x="23734" y="11896"/>
                    </a:lnTo>
                    <a:lnTo>
                      <a:pt x="23734" y="11896"/>
                    </a:lnTo>
                    <a:lnTo>
                      <a:pt x="23734" y="11896"/>
                    </a:lnTo>
                    <a:lnTo>
                      <a:pt x="23734" y="11896"/>
                    </a:lnTo>
                    <a:lnTo>
                      <a:pt x="23734" y="11857"/>
                    </a:lnTo>
                    <a:lnTo>
                      <a:pt x="23734" y="11857"/>
                    </a:lnTo>
                    <a:lnTo>
                      <a:pt x="23734" y="11857"/>
                    </a:lnTo>
                    <a:lnTo>
                      <a:pt x="23734" y="11857"/>
                    </a:lnTo>
                    <a:lnTo>
                      <a:pt x="23734" y="11838"/>
                    </a:lnTo>
                    <a:lnTo>
                      <a:pt x="23734" y="11838"/>
                    </a:lnTo>
                    <a:lnTo>
                      <a:pt x="23734" y="11838"/>
                    </a:lnTo>
                    <a:lnTo>
                      <a:pt x="23734" y="11838"/>
                    </a:lnTo>
                    <a:lnTo>
                      <a:pt x="23754" y="11799"/>
                    </a:lnTo>
                    <a:lnTo>
                      <a:pt x="23754" y="11799"/>
                    </a:lnTo>
                    <a:lnTo>
                      <a:pt x="23754" y="11799"/>
                    </a:lnTo>
                    <a:lnTo>
                      <a:pt x="23754" y="11740"/>
                    </a:lnTo>
                    <a:lnTo>
                      <a:pt x="23754" y="11740"/>
                    </a:lnTo>
                    <a:lnTo>
                      <a:pt x="23754" y="11740"/>
                    </a:lnTo>
                    <a:lnTo>
                      <a:pt x="23754" y="11740"/>
                    </a:lnTo>
                    <a:lnTo>
                      <a:pt x="23754" y="11682"/>
                    </a:lnTo>
                    <a:lnTo>
                      <a:pt x="23754" y="11682"/>
                    </a:lnTo>
                    <a:lnTo>
                      <a:pt x="23754" y="11682"/>
                    </a:lnTo>
                    <a:lnTo>
                      <a:pt x="23754" y="11682"/>
                    </a:lnTo>
                    <a:lnTo>
                      <a:pt x="23754" y="11662"/>
                    </a:lnTo>
                    <a:lnTo>
                      <a:pt x="23754" y="11662"/>
                    </a:lnTo>
                    <a:lnTo>
                      <a:pt x="23754" y="11643"/>
                    </a:lnTo>
                    <a:lnTo>
                      <a:pt x="23754" y="11643"/>
                    </a:lnTo>
                    <a:lnTo>
                      <a:pt x="23754" y="11643"/>
                    </a:lnTo>
                    <a:lnTo>
                      <a:pt x="23754" y="11643"/>
                    </a:lnTo>
                    <a:lnTo>
                      <a:pt x="23754" y="11623"/>
                    </a:lnTo>
                    <a:lnTo>
                      <a:pt x="23754" y="11623"/>
                    </a:lnTo>
                    <a:lnTo>
                      <a:pt x="23754" y="11604"/>
                    </a:lnTo>
                    <a:lnTo>
                      <a:pt x="23754" y="11604"/>
                    </a:lnTo>
                    <a:lnTo>
                      <a:pt x="23754" y="11604"/>
                    </a:lnTo>
                    <a:lnTo>
                      <a:pt x="23754" y="11604"/>
                    </a:lnTo>
                    <a:lnTo>
                      <a:pt x="23754" y="11585"/>
                    </a:lnTo>
                    <a:lnTo>
                      <a:pt x="23754" y="11585"/>
                    </a:lnTo>
                    <a:lnTo>
                      <a:pt x="23754" y="11565"/>
                    </a:lnTo>
                    <a:lnTo>
                      <a:pt x="23754" y="11565"/>
                    </a:lnTo>
                    <a:lnTo>
                      <a:pt x="23754" y="11565"/>
                    </a:lnTo>
                    <a:lnTo>
                      <a:pt x="23754" y="11565"/>
                    </a:lnTo>
                    <a:lnTo>
                      <a:pt x="23773" y="10786"/>
                    </a:lnTo>
                    <a:lnTo>
                      <a:pt x="23754" y="10008"/>
                    </a:lnTo>
                    <a:lnTo>
                      <a:pt x="23695" y="9229"/>
                    </a:lnTo>
                    <a:lnTo>
                      <a:pt x="23617" y="8469"/>
                    </a:lnTo>
                    <a:lnTo>
                      <a:pt x="23500" y="7691"/>
                    </a:lnTo>
                    <a:lnTo>
                      <a:pt x="23364" y="6931"/>
                    </a:lnTo>
                    <a:lnTo>
                      <a:pt x="23189" y="6172"/>
                    </a:lnTo>
                    <a:lnTo>
                      <a:pt x="22994" y="5432"/>
                    </a:lnTo>
                    <a:lnTo>
                      <a:pt x="22761" y="4692"/>
                    </a:lnTo>
                    <a:lnTo>
                      <a:pt x="22488" y="3972"/>
                    </a:lnTo>
                    <a:lnTo>
                      <a:pt x="22196" y="3252"/>
                    </a:lnTo>
                    <a:lnTo>
                      <a:pt x="21865" y="2570"/>
                    </a:lnTo>
                    <a:lnTo>
                      <a:pt x="21495" y="1889"/>
                    </a:lnTo>
                    <a:lnTo>
                      <a:pt x="21106" y="1246"/>
                    </a:lnTo>
                    <a:lnTo>
                      <a:pt x="20677" y="604"/>
                    </a:lnTo>
                    <a:lnTo>
                      <a:pt x="2021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0" name="Google Shape;7270;p32"/>
              <p:cNvSpPr/>
              <p:nvPr/>
            </p:nvSpPr>
            <p:spPr>
              <a:xfrm>
                <a:off x="5982950" y="-1452675"/>
                <a:ext cx="440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7621" h="60960" extrusionOk="0">
                    <a:moveTo>
                      <a:pt x="6893" y="0"/>
                    </a:moveTo>
                    <a:lnTo>
                      <a:pt x="6678" y="39"/>
                    </a:lnTo>
                    <a:lnTo>
                      <a:pt x="6464" y="117"/>
                    </a:lnTo>
                    <a:lnTo>
                      <a:pt x="6270" y="234"/>
                    </a:lnTo>
                    <a:lnTo>
                      <a:pt x="6192" y="312"/>
                    </a:lnTo>
                    <a:lnTo>
                      <a:pt x="6114" y="390"/>
                    </a:lnTo>
                    <a:lnTo>
                      <a:pt x="6036" y="487"/>
                    </a:lnTo>
                    <a:lnTo>
                      <a:pt x="5978" y="584"/>
                    </a:lnTo>
                    <a:lnTo>
                      <a:pt x="5919" y="701"/>
                    </a:lnTo>
                    <a:lnTo>
                      <a:pt x="5880" y="818"/>
                    </a:lnTo>
                    <a:lnTo>
                      <a:pt x="5861" y="954"/>
                    </a:lnTo>
                    <a:lnTo>
                      <a:pt x="5841" y="1090"/>
                    </a:lnTo>
                    <a:lnTo>
                      <a:pt x="5666" y="4965"/>
                    </a:lnTo>
                    <a:lnTo>
                      <a:pt x="5510" y="8839"/>
                    </a:lnTo>
                    <a:lnTo>
                      <a:pt x="5374" y="12714"/>
                    </a:lnTo>
                    <a:lnTo>
                      <a:pt x="5257" y="16588"/>
                    </a:lnTo>
                    <a:lnTo>
                      <a:pt x="4907" y="16101"/>
                    </a:lnTo>
                    <a:lnTo>
                      <a:pt x="4556" y="15615"/>
                    </a:lnTo>
                    <a:lnTo>
                      <a:pt x="4186" y="15147"/>
                    </a:lnTo>
                    <a:lnTo>
                      <a:pt x="3816" y="14680"/>
                    </a:lnTo>
                    <a:lnTo>
                      <a:pt x="3427" y="14232"/>
                    </a:lnTo>
                    <a:lnTo>
                      <a:pt x="3018" y="13785"/>
                    </a:lnTo>
                    <a:lnTo>
                      <a:pt x="2609" y="13356"/>
                    </a:lnTo>
                    <a:lnTo>
                      <a:pt x="2200" y="12928"/>
                    </a:lnTo>
                    <a:lnTo>
                      <a:pt x="2084" y="12831"/>
                    </a:lnTo>
                    <a:lnTo>
                      <a:pt x="1967" y="12753"/>
                    </a:lnTo>
                    <a:lnTo>
                      <a:pt x="1869" y="12694"/>
                    </a:lnTo>
                    <a:lnTo>
                      <a:pt x="1753" y="12636"/>
                    </a:lnTo>
                    <a:lnTo>
                      <a:pt x="1636" y="12597"/>
                    </a:lnTo>
                    <a:lnTo>
                      <a:pt x="1500" y="12577"/>
                    </a:lnTo>
                    <a:lnTo>
                      <a:pt x="1383" y="12558"/>
                    </a:lnTo>
                    <a:lnTo>
                      <a:pt x="1266" y="12558"/>
                    </a:lnTo>
                    <a:lnTo>
                      <a:pt x="1032" y="12597"/>
                    </a:lnTo>
                    <a:lnTo>
                      <a:pt x="818" y="12675"/>
                    </a:lnTo>
                    <a:lnTo>
                      <a:pt x="604" y="12772"/>
                    </a:lnTo>
                    <a:lnTo>
                      <a:pt x="429" y="12908"/>
                    </a:lnTo>
                    <a:lnTo>
                      <a:pt x="273" y="13064"/>
                    </a:lnTo>
                    <a:lnTo>
                      <a:pt x="137" y="13259"/>
                    </a:lnTo>
                    <a:lnTo>
                      <a:pt x="39" y="13454"/>
                    </a:lnTo>
                    <a:lnTo>
                      <a:pt x="20" y="13570"/>
                    </a:lnTo>
                    <a:lnTo>
                      <a:pt x="0" y="13668"/>
                    </a:lnTo>
                    <a:lnTo>
                      <a:pt x="0" y="13785"/>
                    </a:lnTo>
                    <a:lnTo>
                      <a:pt x="0" y="13882"/>
                    </a:lnTo>
                    <a:lnTo>
                      <a:pt x="20" y="13999"/>
                    </a:lnTo>
                    <a:lnTo>
                      <a:pt x="59" y="14116"/>
                    </a:lnTo>
                    <a:lnTo>
                      <a:pt x="98" y="14213"/>
                    </a:lnTo>
                    <a:lnTo>
                      <a:pt x="156" y="14330"/>
                    </a:lnTo>
                    <a:lnTo>
                      <a:pt x="254" y="14427"/>
                    </a:lnTo>
                    <a:lnTo>
                      <a:pt x="351" y="14544"/>
                    </a:lnTo>
                    <a:lnTo>
                      <a:pt x="1091" y="15303"/>
                    </a:lnTo>
                    <a:lnTo>
                      <a:pt x="1441" y="15693"/>
                    </a:lnTo>
                    <a:lnTo>
                      <a:pt x="1792" y="16082"/>
                    </a:lnTo>
                    <a:lnTo>
                      <a:pt x="2123" y="16491"/>
                    </a:lnTo>
                    <a:lnTo>
                      <a:pt x="2454" y="16900"/>
                    </a:lnTo>
                    <a:lnTo>
                      <a:pt x="2765" y="17309"/>
                    </a:lnTo>
                    <a:lnTo>
                      <a:pt x="3077" y="17737"/>
                    </a:lnTo>
                    <a:lnTo>
                      <a:pt x="3369" y="18165"/>
                    </a:lnTo>
                    <a:lnTo>
                      <a:pt x="3661" y="18594"/>
                    </a:lnTo>
                    <a:lnTo>
                      <a:pt x="3933" y="19041"/>
                    </a:lnTo>
                    <a:lnTo>
                      <a:pt x="4186" y="19489"/>
                    </a:lnTo>
                    <a:lnTo>
                      <a:pt x="4459" y="19956"/>
                    </a:lnTo>
                    <a:lnTo>
                      <a:pt x="4693" y="20404"/>
                    </a:lnTo>
                    <a:lnTo>
                      <a:pt x="4946" y="20891"/>
                    </a:lnTo>
                    <a:lnTo>
                      <a:pt x="5160" y="21358"/>
                    </a:lnTo>
                    <a:lnTo>
                      <a:pt x="5140" y="23792"/>
                    </a:lnTo>
                    <a:lnTo>
                      <a:pt x="5140" y="26206"/>
                    </a:lnTo>
                    <a:lnTo>
                      <a:pt x="5160" y="28640"/>
                    </a:lnTo>
                    <a:lnTo>
                      <a:pt x="5218" y="31054"/>
                    </a:lnTo>
                    <a:lnTo>
                      <a:pt x="5277" y="33468"/>
                    </a:lnTo>
                    <a:lnTo>
                      <a:pt x="5374" y="35902"/>
                    </a:lnTo>
                    <a:lnTo>
                      <a:pt x="5491" y="38316"/>
                    </a:lnTo>
                    <a:lnTo>
                      <a:pt x="5627" y="40730"/>
                    </a:lnTo>
                    <a:lnTo>
                      <a:pt x="5802" y="43145"/>
                    </a:lnTo>
                    <a:lnTo>
                      <a:pt x="6016" y="45559"/>
                    </a:lnTo>
                    <a:lnTo>
                      <a:pt x="6250" y="47973"/>
                    </a:lnTo>
                    <a:lnTo>
                      <a:pt x="6542" y="50387"/>
                    </a:lnTo>
                    <a:lnTo>
                      <a:pt x="6854" y="52782"/>
                    </a:lnTo>
                    <a:lnTo>
                      <a:pt x="7204" y="55196"/>
                    </a:lnTo>
                    <a:lnTo>
                      <a:pt x="7594" y="57610"/>
                    </a:lnTo>
                    <a:lnTo>
                      <a:pt x="8041" y="60005"/>
                    </a:lnTo>
                    <a:lnTo>
                      <a:pt x="8061" y="60141"/>
                    </a:lnTo>
                    <a:lnTo>
                      <a:pt x="8119" y="60278"/>
                    </a:lnTo>
                    <a:lnTo>
                      <a:pt x="8178" y="60394"/>
                    </a:lnTo>
                    <a:lnTo>
                      <a:pt x="8236" y="60492"/>
                    </a:lnTo>
                    <a:lnTo>
                      <a:pt x="8314" y="60589"/>
                    </a:lnTo>
                    <a:lnTo>
                      <a:pt x="8392" y="60667"/>
                    </a:lnTo>
                    <a:lnTo>
                      <a:pt x="8489" y="60745"/>
                    </a:lnTo>
                    <a:lnTo>
                      <a:pt x="8586" y="60803"/>
                    </a:lnTo>
                    <a:lnTo>
                      <a:pt x="8781" y="60901"/>
                    </a:lnTo>
                    <a:lnTo>
                      <a:pt x="8995" y="60940"/>
                    </a:lnTo>
                    <a:lnTo>
                      <a:pt x="9229" y="60959"/>
                    </a:lnTo>
                    <a:lnTo>
                      <a:pt x="9463" y="60920"/>
                    </a:lnTo>
                    <a:lnTo>
                      <a:pt x="9677" y="60862"/>
                    </a:lnTo>
                    <a:lnTo>
                      <a:pt x="9891" y="60764"/>
                    </a:lnTo>
                    <a:lnTo>
                      <a:pt x="10066" y="60628"/>
                    </a:lnTo>
                    <a:lnTo>
                      <a:pt x="10222" y="60472"/>
                    </a:lnTo>
                    <a:lnTo>
                      <a:pt x="10300" y="60375"/>
                    </a:lnTo>
                    <a:lnTo>
                      <a:pt x="10358" y="60278"/>
                    </a:lnTo>
                    <a:lnTo>
                      <a:pt x="10397" y="60161"/>
                    </a:lnTo>
                    <a:lnTo>
                      <a:pt x="10436" y="60044"/>
                    </a:lnTo>
                    <a:lnTo>
                      <a:pt x="10456" y="59927"/>
                    </a:lnTo>
                    <a:lnTo>
                      <a:pt x="10456" y="59791"/>
                    </a:lnTo>
                    <a:lnTo>
                      <a:pt x="10456" y="59655"/>
                    </a:lnTo>
                    <a:lnTo>
                      <a:pt x="10436" y="59518"/>
                    </a:lnTo>
                    <a:lnTo>
                      <a:pt x="9988" y="57085"/>
                    </a:lnTo>
                    <a:lnTo>
                      <a:pt x="9599" y="54632"/>
                    </a:lnTo>
                    <a:lnTo>
                      <a:pt x="9248" y="52178"/>
                    </a:lnTo>
                    <a:lnTo>
                      <a:pt x="8917" y="49725"/>
                    </a:lnTo>
                    <a:lnTo>
                      <a:pt x="8645" y="47272"/>
                    </a:lnTo>
                    <a:lnTo>
                      <a:pt x="8411" y="44819"/>
                    </a:lnTo>
                    <a:lnTo>
                      <a:pt x="8197" y="42366"/>
                    </a:lnTo>
                    <a:lnTo>
                      <a:pt x="8022" y="39913"/>
                    </a:lnTo>
                    <a:lnTo>
                      <a:pt x="8509" y="39036"/>
                    </a:lnTo>
                    <a:lnTo>
                      <a:pt x="8976" y="38180"/>
                    </a:lnTo>
                    <a:lnTo>
                      <a:pt x="9482" y="37304"/>
                    </a:lnTo>
                    <a:lnTo>
                      <a:pt x="9988" y="36467"/>
                    </a:lnTo>
                    <a:lnTo>
                      <a:pt x="10514" y="35629"/>
                    </a:lnTo>
                    <a:lnTo>
                      <a:pt x="11059" y="34792"/>
                    </a:lnTo>
                    <a:lnTo>
                      <a:pt x="11604" y="33974"/>
                    </a:lnTo>
                    <a:lnTo>
                      <a:pt x="12188" y="33157"/>
                    </a:lnTo>
                    <a:lnTo>
                      <a:pt x="12772" y="32358"/>
                    </a:lnTo>
                    <a:lnTo>
                      <a:pt x="13356" y="31560"/>
                    </a:lnTo>
                    <a:lnTo>
                      <a:pt x="13979" y="30781"/>
                    </a:lnTo>
                    <a:lnTo>
                      <a:pt x="14602" y="30022"/>
                    </a:lnTo>
                    <a:lnTo>
                      <a:pt x="15245" y="29263"/>
                    </a:lnTo>
                    <a:lnTo>
                      <a:pt x="15887" y="28523"/>
                    </a:lnTo>
                    <a:lnTo>
                      <a:pt x="16569" y="27783"/>
                    </a:lnTo>
                    <a:lnTo>
                      <a:pt x="17250" y="27063"/>
                    </a:lnTo>
                    <a:lnTo>
                      <a:pt x="17348" y="26946"/>
                    </a:lnTo>
                    <a:lnTo>
                      <a:pt x="17426" y="26829"/>
                    </a:lnTo>
                    <a:lnTo>
                      <a:pt x="17484" y="26712"/>
                    </a:lnTo>
                    <a:lnTo>
                      <a:pt x="17542" y="26595"/>
                    </a:lnTo>
                    <a:lnTo>
                      <a:pt x="17581" y="26479"/>
                    </a:lnTo>
                    <a:lnTo>
                      <a:pt x="17601" y="26362"/>
                    </a:lnTo>
                    <a:lnTo>
                      <a:pt x="17601" y="26245"/>
                    </a:lnTo>
                    <a:lnTo>
                      <a:pt x="17620" y="26128"/>
                    </a:lnTo>
                    <a:lnTo>
                      <a:pt x="17581" y="25895"/>
                    </a:lnTo>
                    <a:lnTo>
                      <a:pt x="17503" y="25680"/>
                    </a:lnTo>
                    <a:lnTo>
                      <a:pt x="17406" y="25466"/>
                    </a:lnTo>
                    <a:lnTo>
                      <a:pt x="17270" y="25272"/>
                    </a:lnTo>
                    <a:lnTo>
                      <a:pt x="17095" y="25116"/>
                    </a:lnTo>
                    <a:lnTo>
                      <a:pt x="16919" y="24999"/>
                    </a:lnTo>
                    <a:lnTo>
                      <a:pt x="16725" y="24902"/>
                    </a:lnTo>
                    <a:lnTo>
                      <a:pt x="16608" y="24882"/>
                    </a:lnTo>
                    <a:lnTo>
                      <a:pt x="16511" y="24863"/>
                    </a:lnTo>
                    <a:lnTo>
                      <a:pt x="16394" y="24843"/>
                    </a:lnTo>
                    <a:lnTo>
                      <a:pt x="16296" y="24863"/>
                    </a:lnTo>
                    <a:lnTo>
                      <a:pt x="16180" y="24882"/>
                    </a:lnTo>
                    <a:lnTo>
                      <a:pt x="16063" y="24902"/>
                    </a:lnTo>
                    <a:lnTo>
                      <a:pt x="15965" y="24960"/>
                    </a:lnTo>
                    <a:lnTo>
                      <a:pt x="15849" y="25018"/>
                    </a:lnTo>
                    <a:lnTo>
                      <a:pt x="15751" y="25116"/>
                    </a:lnTo>
                    <a:lnTo>
                      <a:pt x="15634" y="25213"/>
                    </a:lnTo>
                    <a:lnTo>
                      <a:pt x="14544" y="26381"/>
                    </a:lnTo>
                    <a:lnTo>
                      <a:pt x="13473" y="27588"/>
                    </a:lnTo>
                    <a:lnTo>
                      <a:pt x="12441" y="28815"/>
                    </a:lnTo>
                    <a:lnTo>
                      <a:pt x="11429" y="30081"/>
                    </a:lnTo>
                    <a:lnTo>
                      <a:pt x="10475" y="31365"/>
                    </a:lnTo>
                    <a:lnTo>
                      <a:pt x="9540" y="32670"/>
                    </a:lnTo>
                    <a:lnTo>
                      <a:pt x="8645" y="34013"/>
                    </a:lnTo>
                    <a:lnTo>
                      <a:pt x="7788" y="35376"/>
                    </a:lnTo>
                    <a:lnTo>
                      <a:pt x="7710" y="33235"/>
                    </a:lnTo>
                    <a:lnTo>
                      <a:pt x="7652" y="31112"/>
                    </a:lnTo>
                    <a:lnTo>
                      <a:pt x="7613" y="28990"/>
                    </a:lnTo>
                    <a:lnTo>
                      <a:pt x="7594" y="26868"/>
                    </a:lnTo>
                    <a:lnTo>
                      <a:pt x="7594" y="24726"/>
                    </a:lnTo>
                    <a:lnTo>
                      <a:pt x="7613" y="22604"/>
                    </a:lnTo>
                    <a:lnTo>
                      <a:pt x="7632" y="20463"/>
                    </a:lnTo>
                    <a:lnTo>
                      <a:pt x="7671" y="18340"/>
                    </a:lnTo>
                    <a:lnTo>
                      <a:pt x="7769" y="14077"/>
                    </a:lnTo>
                    <a:lnTo>
                      <a:pt x="7924" y="9813"/>
                    </a:lnTo>
                    <a:lnTo>
                      <a:pt x="8100" y="5529"/>
                    </a:lnTo>
                    <a:lnTo>
                      <a:pt x="8294" y="1266"/>
                    </a:lnTo>
                    <a:lnTo>
                      <a:pt x="8294" y="1129"/>
                    </a:lnTo>
                    <a:lnTo>
                      <a:pt x="8275" y="993"/>
                    </a:lnTo>
                    <a:lnTo>
                      <a:pt x="8255" y="857"/>
                    </a:lnTo>
                    <a:lnTo>
                      <a:pt x="8217" y="740"/>
                    </a:lnTo>
                    <a:lnTo>
                      <a:pt x="8158" y="623"/>
                    </a:lnTo>
                    <a:lnTo>
                      <a:pt x="8100" y="526"/>
                    </a:lnTo>
                    <a:lnTo>
                      <a:pt x="8022" y="428"/>
                    </a:lnTo>
                    <a:lnTo>
                      <a:pt x="7944" y="351"/>
                    </a:lnTo>
                    <a:lnTo>
                      <a:pt x="7769" y="214"/>
                    </a:lnTo>
                    <a:lnTo>
                      <a:pt x="7574" y="98"/>
                    </a:lnTo>
                    <a:lnTo>
                      <a:pt x="7360" y="39"/>
                    </a:lnTo>
                    <a:lnTo>
                      <a:pt x="7126" y="0"/>
                    </a:lnTo>
                    <a:close/>
                  </a:path>
                </a:pathLst>
              </a:custGeom>
              <a:solidFill>
                <a:srgbClr val="936C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B0A1579-D04F-522A-B51A-3C311214E7B7}"/>
              </a:ext>
            </a:extLst>
          </p:cNvPr>
          <p:cNvSpPr/>
          <p:nvPr userDrawn="1"/>
        </p:nvSpPr>
        <p:spPr>
          <a:xfrm>
            <a:off x="752614" y="400994"/>
            <a:ext cx="4270807" cy="6067039"/>
          </a:xfrm>
          <a:prstGeom prst="roundRect">
            <a:avLst>
              <a:gd name="adj" fmla="val 4489"/>
            </a:avLst>
          </a:prstGeom>
          <a:solidFill>
            <a:schemeClr val="bg1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40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BAD9C40E-4E18-0165-CEC1-340917A3EEB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134273" y="679990"/>
            <a:ext cx="3496795" cy="3705857"/>
          </a:xfrm>
          <a:prstGeom prst="roundRect">
            <a:avLst>
              <a:gd name="adj" fmla="val 8657"/>
            </a:avLst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VN" dirty="0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7B0AEC0B-BEF2-9BD1-0B4E-BB7BEDE4AE4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34321" y="751073"/>
            <a:ext cx="5072900" cy="3156177"/>
          </a:xfrm>
          <a:prstGeom prst="roundRect">
            <a:avLst>
              <a:gd name="adj" fmla="val 0"/>
            </a:avLst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VN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5200CEB-102C-CDFE-658A-BCA58BA51172}"/>
              </a:ext>
            </a:extLst>
          </p:cNvPr>
          <p:cNvSpPr/>
          <p:nvPr userDrawn="1"/>
        </p:nvSpPr>
        <p:spPr>
          <a:xfrm>
            <a:off x="5468103" y="4182869"/>
            <a:ext cx="5944004" cy="2304524"/>
          </a:xfrm>
          <a:prstGeom prst="roundRect">
            <a:avLst>
              <a:gd name="adj" fmla="val 4489"/>
            </a:avLst>
          </a:prstGeom>
          <a:solidFill>
            <a:schemeClr val="bg1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40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55417F-D825-D1E1-A1DF-DF0A8AD197F0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5791375" y="4759418"/>
            <a:ext cx="5294143" cy="1228311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marR="0" lvl="0" indent="0" algn="ctr" defTabSz="914377" rtl="0" eaLnBrk="1" fontAlgn="auto" latinLnBrk="0" hangingPunct="1">
              <a:lnSpc>
                <a:spcPct val="130000"/>
              </a:lnSpc>
              <a:spcBef>
                <a:spcPts val="0"/>
              </a:spcBef>
              <a:buFont typeface="Arial" panose="020B0604020202090204" pitchFamily="34" charset="0"/>
              <a:buNone/>
              <a:defRPr kumimoji="0" lang="vi-VN" altLang="en-US" sz="3733" b="1" i="0" u="none" strike="noStrike" kern="1200" cap="none" spc="0" normalizeH="0" baseline="0" noProof="1">
                <a:solidFill>
                  <a:schemeClr val="tx1"/>
                </a:solidFill>
                <a:latin typeface="r0c0i Linotte Bold" charset="0"/>
                <a:ea typeface="UD Digi Kyokasho NP-R" panose="02020400000000000000" charset="-128"/>
                <a:cs typeface="r0c0i Linotte Bold" charset="0"/>
                <a:sym typeface="+mn-ea"/>
              </a:defRPr>
            </a:lvl1pPr>
          </a:lstStyle>
          <a:p>
            <a:pPr lvl="0"/>
            <a:endParaRPr dirty="0">
              <a:sym typeface="+mn-e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1F1BC6-3A81-EFA0-0C15-8A9B5776E8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7841" y="-8407"/>
            <a:ext cx="1135772" cy="48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746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710D7-0FF9-4BDB-9C40-374127404801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9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215CE6-03BF-DC37-566F-D4F352E9B2F8}"/>
              </a:ext>
            </a:extLst>
          </p:cNvPr>
          <p:cNvSpPr/>
          <p:nvPr/>
        </p:nvSpPr>
        <p:spPr>
          <a:xfrm>
            <a:off x="1134273" y="4629666"/>
            <a:ext cx="3496795" cy="15939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1D79D-0F67-7C0C-E617-5BBE20551810}"/>
              </a:ext>
            </a:extLst>
          </p:cNvPr>
          <p:cNvSpPr txBox="1"/>
          <p:nvPr/>
        </p:nvSpPr>
        <p:spPr>
          <a:xfrm>
            <a:off x="1210389" y="4876936"/>
            <a:ext cx="33445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3600" b="1" dirty="0">
                <a:solidFill>
                  <a:srgbClr val="FF0000"/>
                </a:solidFill>
                <a:latin typeface="r0c0i Linotte SemiBold" pitchFamily="2" charset="77"/>
              </a:rPr>
              <a:t>T</a:t>
            </a:r>
            <a:r>
              <a:rPr lang="en-US" sz="3600" b="1" dirty="0">
                <a:solidFill>
                  <a:srgbClr val="FF0000"/>
                </a:solidFill>
                <a:latin typeface="r0c0i Linotte SemiBold" pitchFamily="2" charset="77"/>
              </a:rPr>
              <a:t>ư 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latin typeface="r0c0i Linotte SemiBold" pitchFamily="2" charset="77"/>
              </a:rPr>
              <a:t>(</a:t>
            </a:r>
            <a:r>
              <a:rPr lang="vi-VN" sz="3600" b="1" dirty="0">
                <a:solidFill>
                  <a:srgbClr val="FF0000"/>
                </a:solidFill>
                <a:latin typeface="r0c0i Linotte SemiBold" pitchFamily="2" charset="77"/>
              </a:rPr>
              <a:t>Tôi, riêng tư</a:t>
            </a:r>
            <a:r>
              <a:rPr lang="en-US" sz="3600" b="1" dirty="0">
                <a:solidFill>
                  <a:srgbClr val="FF0000"/>
                </a:solidFill>
                <a:latin typeface="r0c0i Linotte SemiBold" pitchFamily="2" charset="77"/>
              </a:rPr>
              <a:t>)</a:t>
            </a:r>
            <a:endParaRPr lang="vi-VN" sz="3600" b="1" dirty="0">
              <a:solidFill>
                <a:srgbClr val="FF0000"/>
              </a:solidFill>
              <a:latin typeface="r0c0i Linotte SemiBold" pitchFamily="2" charset="77"/>
            </a:endParaRPr>
          </a:p>
          <a:p>
            <a:pPr algn="ctr"/>
            <a:endParaRPr lang="en-VN" sz="3600" b="1" dirty="0">
              <a:solidFill>
                <a:srgbClr val="FF0000"/>
              </a:solidFill>
              <a:latin typeface="r0c0i Linotte SemiBold" pitchFamily="2" charset="77"/>
            </a:endParaRPr>
          </a:p>
        </p:txBody>
      </p:sp>
      <p:pic>
        <p:nvPicPr>
          <p:cNvPr id="39" name="Picture Placeholder 38" descr="A screen shot of a game&#10;&#10;AI-generated content may be incorrect.">
            <a:extLst>
              <a:ext uri="{FF2B5EF4-FFF2-40B4-BE49-F238E27FC236}">
                <a16:creationId xmlns:a16="http://schemas.microsoft.com/office/drawing/2014/main" id="{CD5E1A49-887D-B8B7-6003-D93AE909AC8F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8" r="2848"/>
          <a:stretch>
            <a:fillRect/>
          </a:stretch>
        </p:blipFill>
        <p:spPr/>
      </p:pic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710121E-335F-137F-9EDC-9F7ED682C44D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D0979E2-AE35-F217-BE7E-1B6C1AF1B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987" y="4198140"/>
            <a:ext cx="5389740" cy="2141255"/>
          </a:xfrm>
          <a:prstGeom prst="rect">
            <a:avLst/>
          </a:prstGeom>
        </p:spPr>
      </p:pic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18878C04-0776-487C-D0B0-36578C9F0215}"/>
              </a:ext>
            </a:extLst>
          </p:cNvPr>
          <p:cNvSpPr/>
          <p:nvPr/>
        </p:nvSpPr>
        <p:spPr>
          <a:xfrm>
            <a:off x="2006370" y="3962536"/>
            <a:ext cx="1752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わたし</a:t>
            </a:r>
            <a:endParaRPr lang="en-US" sz="40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A4191B32-2CC3-3F71-34D5-D6744D1CEA00}"/>
              </a:ext>
            </a:extLst>
          </p:cNvPr>
          <p:cNvSpPr/>
          <p:nvPr/>
        </p:nvSpPr>
        <p:spPr>
          <a:xfrm>
            <a:off x="2006370" y="222790"/>
            <a:ext cx="1752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prstClr val="black"/>
                </a:solidFill>
                <a:latin typeface="Calibri"/>
              </a:rPr>
              <a:t>し</a:t>
            </a:r>
            <a:endParaRPr lang="en-US" sz="40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B9C11EB8-F795-6941-688E-4C6138E63A35}"/>
              </a:ext>
            </a:extLst>
          </p:cNvPr>
          <p:cNvSpPr/>
          <p:nvPr/>
        </p:nvSpPr>
        <p:spPr>
          <a:xfrm>
            <a:off x="5890874" y="679990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私の本（わたしのほん）： </a:t>
            </a:r>
            <a:endParaRPr lang="en-US" altLang="ja-JP" sz="2400" b="1" dirty="0">
              <a:solidFill>
                <a:prstClr val="black"/>
              </a:solidFill>
            </a:endParaRPr>
          </a:p>
          <a:p>
            <a:pPr algn="ctr"/>
            <a:r>
              <a:rPr lang="en-US" altLang="ja-JP" sz="2400" b="1" dirty="0" err="1">
                <a:solidFill>
                  <a:prstClr val="black"/>
                </a:solidFill>
              </a:rPr>
              <a:t>Quyển</a:t>
            </a:r>
            <a:r>
              <a:rPr lang="en-US" altLang="ja-JP" sz="2400" b="1" dirty="0">
                <a:solidFill>
                  <a:prstClr val="black"/>
                </a:solidFill>
              </a:rPr>
              <a:t> </a:t>
            </a:r>
            <a:r>
              <a:rPr lang="en-US" altLang="ja-JP" sz="2400" b="1" dirty="0" err="1">
                <a:solidFill>
                  <a:prstClr val="black"/>
                </a:solidFill>
              </a:rPr>
              <a:t>sách</a:t>
            </a:r>
            <a:r>
              <a:rPr lang="en-US" altLang="ja-JP" sz="2400" b="1" dirty="0">
                <a:solidFill>
                  <a:prstClr val="black"/>
                </a:solidFill>
              </a:rPr>
              <a:t> </a:t>
            </a:r>
            <a:r>
              <a:rPr lang="en-US" altLang="ja-JP" sz="2400" b="1" dirty="0" err="1">
                <a:solidFill>
                  <a:prstClr val="black"/>
                </a:solidFill>
              </a:rPr>
              <a:t>của</a:t>
            </a:r>
            <a:r>
              <a:rPr lang="en-US" altLang="ja-JP" sz="2400" b="1" dirty="0">
                <a:solidFill>
                  <a:prstClr val="black"/>
                </a:solidFill>
              </a:rPr>
              <a:t> </a:t>
            </a:r>
            <a:r>
              <a:rPr lang="en-US" altLang="ja-JP" sz="2400" b="1" dirty="0" err="1">
                <a:solidFill>
                  <a:prstClr val="black"/>
                </a:solidFill>
              </a:rPr>
              <a:t>tôi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Rounded Rectangle 12">
            <a:extLst>
              <a:ext uri="{FF2B5EF4-FFF2-40B4-BE49-F238E27FC236}">
                <a16:creationId xmlns:a16="http://schemas.microsoft.com/office/drawing/2014/main" id="{B3678225-7F9D-A21F-FE0C-AFCC5642DD14}"/>
              </a:ext>
            </a:extLst>
          </p:cNvPr>
          <p:cNvSpPr/>
          <p:nvPr/>
        </p:nvSpPr>
        <p:spPr>
          <a:xfrm>
            <a:off x="5890874" y="1841113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私の名前（わたしのなまえ）</a:t>
            </a:r>
            <a:r>
              <a:rPr lang="en-US" altLang="ja-JP" sz="2400" b="1" dirty="0">
                <a:solidFill>
                  <a:prstClr val="black"/>
                </a:solidFill>
              </a:rPr>
              <a:t>: </a:t>
            </a:r>
            <a:r>
              <a:rPr lang="en-US" altLang="ja-JP" sz="2400" b="1" dirty="0" err="1">
                <a:solidFill>
                  <a:prstClr val="black"/>
                </a:solidFill>
              </a:rPr>
              <a:t>Tên</a:t>
            </a:r>
            <a:r>
              <a:rPr lang="en-US" altLang="ja-JP" sz="2400" b="1" dirty="0">
                <a:solidFill>
                  <a:prstClr val="black"/>
                </a:solidFill>
              </a:rPr>
              <a:t> </a:t>
            </a:r>
            <a:r>
              <a:rPr lang="en-US" altLang="ja-JP" sz="2400" b="1" dirty="0" err="1">
                <a:solidFill>
                  <a:prstClr val="black"/>
                </a:solidFill>
              </a:rPr>
              <a:t>của</a:t>
            </a:r>
            <a:r>
              <a:rPr lang="en-US" altLang="ja-JP" sz="2400" b="1" dirty="0">
                <a:solidFill>
                  <a:prstClr val="black"/>
                </a:solidFill>
              </a:rPr>
              <a:t> </a:t>
            </a:r>
            <a:r>
              <a:rPr lang="en-US" altLang="ja-JP" sz="2400" b="1" dirty="0" err="1">
                <a:solidFill>
                  <a:prstClr val="black"/>
                </a:solidFill>
              </a:rPr>
              <a:t>tôi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Rounded Rectangle 12"/>
          <p:cNvSpPr/>
          <p:nvPr/>
        </p:nvSpPr>
        <p:spPr>
          <a:xfrm>
            <a:off x="5890874" y="3003101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/>
              <a:t>私（わたし）：</a:t>
            </a:r>
            <a:r>
              <a:rPr lang="en-US" altLang="ja-JP" sz="2400" b="1" dirty="0" err="1"/>
              <a:t>Tôi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106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30" grpId="0" animBg="1"/>
      <p:bldP spid="32" grpId="0" animBg="1"/>
      <p:bldP spid="3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8D026-349C-32BF-CBA8-807EDB7ED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hand holding a marker and drawing a white ribbon&#10;&#10;AI-generated content may be incorrect.">
            <a:extLst>
              <a:ext uri="{FF2B5EF4-FFF2-40B4-BE49-F238E27FC236}">
                <a16:creationId xmlns:a16="http://schemas.microsoft.com/office/drawing/2014/main" id="{91B4D536-F908-6019-0F6D-82B0D65758FE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8" r="2848"/>
          <a:stretch>
            <a:fillRect/>
          </a:stretch>
        </p:blipFill>
        <p:spPr/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296A46E-6CD9-BE1E-63D0-003B16702961}"/>
              </a:ext>
            </a:extLst>
          </p:cNvPr>
          <p:cNvSpPr/>
          <p:nvPr/>
        </p:nvSpPr>
        <p:spPr>
          <a:xfrm>
            <a:off x="1134273" y="4629666"/>
            <a:ext cx="3496795" cy="15939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CBCDC8-9752-0452-393B-AC009EBAA000}"/>
              </a:ext>
            </a:extLst>
          </p:cNvPr>
          <p:cNvSpPr txBox="1"/>
          <p:nvPr/>
        </p:nvSpPr>
        <p:spPr>
          <a:xfrm>
            <a:off x="1210388" y="5041918"/>
            <a:ext cx="33445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4400" b="1" dirty="0">
                <a:solidFill>
                  <a:srgbClr val="FF0000"/>
                </a:solidFill>
                <a:latin typeface="r0c0i Linotte SemiBold" pitchFamily="2" charset="77"/>
              </a:rPr>
              <a:t>Người</a:t>
            </a:r>
            <a:endParaRPr lang="en-US" sz="4400" b="1" dirty="0">
              <a:solidFill>
                <a:srgbClr val="FF0000"/>
              </a:solidFill>
              <a:latin typeface="r0c0i Linotte SemiBold" pitchFamily="2" charset="77"/>
            </a:endParaRPr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618CA248-847B-35F2-D791-E28F19823103}"/>
              </a:ext>
            </a:extLst>
          </p:cNvPr>
          <p:cNvSpPr/>
          <p:nvPr/>
        </p:nvSpPr>
        <p:spPr>
          <a:xfrm>
            <a:off x="2006370" y="3962536"/>
            <a:ext cx="1752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prstClr val="black"/>
                </a:solidFill>
              </a:rPr>
              <a:t>ひと</a:t>
            </a:r>
            <a:endParaRPr lang="en-US" sz="3600" b="1" dirty="0">
              <a:solidFill>
                <a:prstClr val="black"/>
              </a:solidFill>
            </a:endParaRP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21DB0296-763A-CB8F-0164-963B58A97F51}"/>
              </a:ext>
            </a:extLst>
          </p:cNvPr>
          <p:cNvSpPr/>
          <p:nvPr/>
        </p:nvSpPr>
        <p:spPr>
          <a:xfrm>
            <a:off x="2006370" y="222790"/>
            <a:ext cx="1752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prstClr val="black"/>
                </a:solidFill>
              </a:rPr>
              <a:t>にん</a:t>
            </a:r>
            <a:r>
              <a:rPr lang="en-US" altLang="ja-JP" sz="2800" b="1" dirty="0">
                <a:solidFill>
                  <a:prstClr val="black"/>
                </a:solidFill>
              </a:rPr>
              <a:t>/</a:t>
            </a:r>
            <a:r>
              <a:rPr lang="ja-JP" altLang="en-US" sz="2800" b="1" dirty="0">
                <a:solidFill>
                  <a:prstClr val="black"/>
                </a:solidFill>
              </a:rPr>
              <a:t>じん</a:t>
            </a:r>
            <a:endParaRPr lang="en-US" sz="2800" b="1" dirty="0">
              <a:solidFill>
                <a:prstClr val="black"/>
              </a:solidFill>
            </a:endParaRPr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EFD0F43E-50E5-66B0-8D55-215BD94BF2DA}"/>
              </a:ext>
            </a:extLst>
          </p:cNvPr>
          <p:cNvSpPr/>
          <p:nvPr/>
        </p:nvSpPr>
        <p:spPr>
          <a:xfrm>
            <a:off x="5890874" y="679990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３人（さんにん）： </a:t>
            </a:r>
            <a:r>
              <a:rPr lang="en-US" altLang="ja-JP" sz="2400" b="1" dirty="0">
                <a:solidFill>
                  <a:prstClr val="black"/>
                </a:solidFill>
              </a:rPr>
              <a:t>Ba </a:t>
            </a:r>
            <a:r>
              <a:rPr lang="en-US" altLang="ja-JP" sz="2400" b="1" dirty="0" err="1">
                <a:solidFill>
                  <a:prstClr val="black"/>
                </a:solidFill>
              </a:rPr>
              <a:t>người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32" name="Rounded Rectangle 12">
            <a:extLst>
              <a:ext uri="{FF2B5EF4-FFF2-40B4-BE49-F238E27FC236}">
                <a16:creationId xmlns:a16="http://schemas.microsoft.com/office/drawing/2014/main" id="{B39005C8-D3F3-B3D8-F61F-3A398C282372}"/>
              </a:ext>
            </a:extLst>
          </p:cNvPr>
          <p:cNvSpPr/>
          <p:nvPr/>
        </p:nvSpPr>
        <p:spPr>
          <a:xfrm>
            <a:off x="5890874" y="1841113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タイじん：</a:t>
            </a:r>
            <a:r>
              <a:rPr lang="en-US" altLang="ja-JP" sz="2400" b="1" dirty="0" err="1">
                <a:solidFill>
                  <a:prstClr val="black"/>
                </a:solidFill>
              </a:rPr>
              <a:t>Người</a:t>
            </a:r>
            <a:r>
              <a:rPr lang="en-US" altLang="ja-JP" sz="2400" b="1" dirty="0">
                <a:solidFill>
                  <a:prstClr val="black"/>
                </a:solidFill>
              </a:rPr>
              <a:t> Thái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37" name="Rounded Rectangle 12">
            <a:extLst>
              <a:ext uri="{FF2B5EF4-FFF2-40B4-BE49-F238E27FC236}">
                <a16:creationId xmlns:a16="http://schemas.microsoft.com/office/drawing/2014/main" id="{128C5311-E330-4E04-50BD-43304146A7E9}"/>
              </a:ext>
            </a:extLst>
          </p:cNvPr>
          <p:cNvSpPr/>
          <p:nvPr/>
        </p:nvSpPr>
        <p:spPr>
          <a:xfrm>
            <a:off x="5890874" y="3003101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  <a:latin typeface="Calibri"/>
              </a:rPr>
              <a:t>この人（このひと）：</a:t>
            </a:r>
            <a:r>
              <a:rPr lang="en-US" altLang="ja-JP" sz="2400" b="1" dirty="0" err="1">
                <a:solidFill>
                  <a:prstClr val="black"/>
                </a:solidFill>
                <a:latin typeface="Calibri"/>
              </a:rPr>
              <a:t>Người</a:t>
            </a:r>
            <a:r>
              <a:rPr lang="en-US" altLang="ja-JP" sz="24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400" b="1" dirty="0" err="1">
                <a:solidFill>
                  <a:prstClr val="black"/>
                </a:solidFill>
                <a:latin typeface="Calibri"/>
              </a:rPr>
              <a:t>này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BBDCFD-0CF5-8585-DDE1-74E771352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723" y="4183938"/>
            <a:ext cx="4809154" cy="24854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6362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30" grpId="0" animBg="1"/>
      <p:bldP spid="32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F497B-00D4-5AF8-00B8-0824FA003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screen shot of a game&#10;&#10;AI-generated content may be incorrect.">
            <a:extLst>
              <a:ext uri="{FF2B5EF4-FFF2-40B4-BE49-F238E27FC236}">
                <a16:creationId xmlns:a16="http://schemas.microsoft.com/office/drawing/2014/main" id="{28AE6559-4892-5232-AE9E-180A86499B94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8" r="2848"/>
          <a:stretch>
            <a:fillRect/>
          </a:stretch>
        </p:blipFill>
        <p:spPr/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2F42150-5057-E246-E032-01696F57E2DC}"/>
              </a:ext>
            </a:extLst>
          </p:cNvPr>
          <p:cNvSpPr/>
          <p:nvPr/>
        </p:nvSpPr>
        <p:spPr>
          <a:xfrm>
            <a:off x="1134273" y="4629666"/>
            <a:ext cx="3496795" cy="15939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C393F5-8191-F8FE-0211-117153C14C0B}"/>
              </a:ext>
            </a:extLst>
          </p:cNvPr>
          <p:cNvSpPr txBox="1"/>
          <p:nvPr/>
        </p:nvSpPr>
        <p:spPr>
          <a:xfrm>
            <a:off x="1210389" y="4876936"/>
            <a:ext cx="33445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600" b="1" dirty="0">
                <a:solidFill>
                  <a:srgbClr val="FF0000"/>
                </a:solidFill>
                <a:latin typeface="r0c0i Linotte SemiBold" pitchFamily="2" charset="77"/>
              </a:rPr>
              <a:t>TÀI</a:t>
            </a:r>
            <a:r>
              <a:rPr lang="en-US" sz="3600" b="1" dirty="0">
                <a:solidFill>
                  <a:srgbClr val="FF0000"/>
                </a:solidFill>
                <a:latin typeface="r0c0i Linotte SemiBold" pitchFamily="2" charset="77"/>
              </a:rPr>
              <a:t> (</a:t>
            </a:r>
            <a:r>
              <a:rPr lang="en-US" sz="3600" b="1" dirty="0" err="1">
                <a:solidFill>
                  <a:srgbClr val="FF0000"/>
                </a:solidFill>
                <a:latin typeface="r0c0i Linotte SemiBold" pitchFamily="2" charset="77"/>
              </a:rPr>
              <a:t>Giỏi</a:t>
            </a:r>
            <a:r>
              <a:rPr lang="en-US" sz="3600" b="1" dirty="0">
                <a:solidFill>
                  <a:srgbClr val="FF0000"/>
                </a:solidFill>
                <a:latin typeface="r0c0i Linotte SemiBold" pitchFamily="2" charset="77"/>
              </a:rPr>
              <a:t>, </a:t>
            </a:r>
            <a:r>
              <a:rPr lang="en-US" sz="3600" b="1" dirty="0" err="1">
                <a:solidFill>
                  <a:srgbClr val="FF0000"/>
                </a:solidFill>
                <a:latin typeface="r0c0i Linotte SemiBold" pitchFamily="2" charset="77"/>
              </a:rPr>
              <a:t>tài</a:t>
            </a:r>
            <a:r>
              <a:rPr lang="en-US" sz="3600" b="1" dirty="0">
                <a:solidFill>
                  <a:srgbClr val="FF0000"/>
                </a:solidFill>
                <a:latin typeface="r0c0i Linotte SemiBold" pitchFamily="2" charset="77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r0c0i Linotte SemiBold" pitchFamily="2" charset="77"/>
              </a:rPr>
              <a:t>năng</a:t>
            </a:r>
            <a:r>
              <a:rPr lang="en-US" sz="3600" b="1" dirty="0">
                <a:solidFill>
                  <a:srgbClr val="FF0000"/>
                </a:solidFill>
                <a:latin typeface="r0c0i Linotte SemiBold" pitchFamily="2" charset="77"/>
              </a:rPr>
              <a:t>, </a:t>
            </a:r>
            <a:r>
              <a:rPr lang="en-US" sz="3600" b="1" dirty="0" err="1">
                <a:solidFill>
                  <a:srgbClr val="FF0000"/>
                </a:solidFill>
                <a:latin typeface="r0c0i Linotte SemiBold" pitchFamily="2" charset="77"/>
              </a:rPr>
              <a:t>tuổi</a:t>
            </a:r>
            <a:r>
              <a:rPr lang="en-US" sz="3600" b="1" dirty="0">
                <a:solidFill>
                  <a:srgbClr val="FF0000"/>
                </a:solidFill>
                <a:latin typeface="r0c0i Linotte SemiBold" pitchFamily="2" charset="77"/>
              </a:rPr>
              <a:t>)</a:t>
            </a:r>
          </a:p>
          <a:p>
            <a:pPr algn="ctr"/>
            <a:endParaRPr lang="vi-VN" sz="3600" b="1" dirty="0">
              <a:solidFill>
                <a:srgbClr val="FF0000"/>
              </a:solidFill>
              <a:latin typeface="r0c0i Linotte SemiBold" pitchFamily="2" charset="77"/>
            </a:endParaRP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B2E8C1E1-2FEC-67C5-7703-A01FD4B85AC3}"/>
              </a:ext>
            </a:extLst>
          </p:cNvPr>
          <p:cNvSpPr/>
          <p:nvPr/>
        </p:nvSpPr>
        <p:spPr>
          <a:xfrm>
            <a:off x="2006370" y="222790"/>
            <a:ext cx="1752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prstClr val="black"/>
                </a:solidFill>
              </a:rPr>
              <a:t>さい</a:t>
            </a:r>
            <a:endParaRPr lang="en-US" sz="3200" b="1" dirty="0">
              <a:solidFill>
                <a:prstClr val="black"/>
              </a:solidFill>
            </a:endParaRPr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07F88B12-7546-D9B1-2FAA-362B50F1E962}"/>
              </a:ext>
            </a:extLst>
          </p:cNvPr>
          <p:cNvSpPr/>
          <p:nvPr/>
        </p:nvSpPr>
        <p:spPr>
          <a:xfrm>
            <a:off x="5890874" y="679990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１才（いっさい）</a:t>
            </a:r>
            <a:r>
              <a:rPr lang="en-US" altLang="ja-JP" sz="2400" b="1" dirty="0">
                <a:solidFill>
                  <a:prstClr val="black"/>
                </a:solidFill>
              </a:rPr>
              <a:t>: </a:t>
            </a:r>
            <a:r>
              <a:rPr lang="en-US" altLang="ja-JP" sz="2400" b="1" dirty="0" err="1">
                <a:solidFill>
                  <a:prstClr val="black"/>
                </a:solidFill>
              </a:rPr>
              <a:t>Một</a:t>
            </a:r>
            <a:r>
              <a:rPr lang="en-US" altLang="ja-JP" sz="2400" b="1" dirty="0">
                <a:solidFill>
                  <a:prstClr val="black"/>
                </a:solidFill>
              </a:rPr>
              <a:t> </a:t>
            </a:r>
            <a:r>
              <a:rPr lang="en-US" altLang="ja-JP" sz="2400" b="1" dirty="0" err="1">
                <a:solidFill>
                  <a:prstClr val="black"/>
                </a:solidFill>
              </a:rPr>
              <a:t>tuổi</a:t>
            </a:r>
            <a:r>
              <a:rPr lang="ja-JP" altLang="en-US" sz="2400" b="1" dirty="0">
                <a:solidFill>
                  <a:prstClr val="black"/>
                </a:solidFill>
              </a:rPr>
              <a:t> 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32" name="Rounded Rectangle 12">
            <a:extLst>
              <a:ext uri="{FF2B5EF4-FFF2-40B4-BE49-F238E27FC236}">
                <a16:creationId xmlns:a16="http://schemas.microsoft.com/office/drawing/2014/main" id="{D3264E66-0C6A-92FC-4631-EA2CB7C2755F}"/>
              </a:ext>
            </a:extLst>
          </p:cNvPr>
          <p:cNvSpPr/>
          <p:nvPr/>
        </p:nvSpPr>
        <p:spPr>
          <a:xfrm>
            <a:off x="5890874" y="1841113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２５才（にじゅうごさい）</a:t>
            </a:r>
            <a:r>
              <a:rPr lang="en-US" altLang="ja-JP" sz="2400" b="1" dirty="0">
                <a:solidFill>
                  <a:prstClr val="black"/>
                </a:solidFill>
              </a:rPr>
              <a:t>: 25 </a:t>
            </a:r>
            <a:r>
              <a:rPr lang="en-US" altLang="ja-JP" sz="2400" b="1" dirty="0" err="1">
                <a:solidFill>
                  <a:prstClr val="black"/>
                </a:solidFill>
              </a:rPr>
              <a:t>tuổi</a:t>
            </a:r>
            <a:r>
              <a:rPr lang="ja-JP" altLang="en-US" sz="2400" b="1" dirty="0">
                <a:solidFill>
                  <a:prstClr val="black"/>
                </a:solidFill>
              </a:rPr>
              <a:t> </a:t>
            </a:r>
            <a:endParaRPr lang="en-US" sz="2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22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26D5B-241A-D0D6-31FA-824B20BF5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hand holding a marker&#10;&#10;AI-generated content may be incorrect.">
            <a:extLst>
              <a:ext uri="{FF2B5EF4-FFF2-40B4-BE49-F238E27FC236}">
                <a16:creationId xmlns:a16="http://schemas.microsoft.com/office/drawing/2014/main" id="{7A2EF05E-9CDE-197D-1348-0901EDE29A4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8" r="2848"/>
          <a:stretch>
            <a:fillRect/>
          </a:stretch>
        </p:blipFill>
        <p:spPr/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3BC8D2-E889-D0DC-FE5A-DB7A250A36CF}"/>
              </a:ext>
            </a:extLst>
          </p:cNvPr>
          <p:cNvSpPr/>
          <p:nvPr/>
        </p:nvSpPr>
        <p:spPr>
          <a:xfrm>
            <a:off x="1134273" y="4629666"/>
            <a:ext cx="3496795" cy="15939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7A81F-FC69-7D29-C6BA-220F6B39F5DD}"/>
              </a:ext>
            </a:extLst>
          </p:cNvPr>
          <p:cNvSpPr txBox="1"/>
          <p:nvPr/>
        </p:nvSpPr>
        <p:spPr>
          <a:xfrm>
            <a:off x="1210389" y="4876936"/>
            <a:ext cx="33445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600" b="1" dirty="0">
                <a:solidFill>
                  <a:srgbClr val="FF0000"/>
                </a:solidFill>
                <a:latin typeface="r0c0i Linotte SemiBold" pitchFamily="2" charset="77"/>
              </a:rPr>
              <a:t>HỌC</a:t>
            </a:r>
            <a:r>
              <a:rPr lang="en-US" sz="3600" b="1" dirty="0">
                <a:solidFill>
                  <a:srgbClr val="FF0000"/>
                </a:solidFill>
                <a:latin typeface="r0c0i Linotte SemiBold" pitchFamily="2" charset="77"/>
              </a:rPr>
              <a:t> (Khoa </a:t>
            </a:r>
            <a:r>
              <a:rPr lang="en-US" sz="3600" b="1" dirty="0" err="1">
                <a:solidFill>
                  <a:srgbClr val="FF0000"/>
                </a:solidFill>
                <a:latin typeface="r0c0i Linotte SemiBold" pitchFamily="2" charset="77"/>
              </a:rPr>
              <a:t>học</a:t>
            </a:r>
            <a:r>
              <a:rPr lang="en-US" sz="3600" b="1" dirty="0">
                <a:solidFill>
                  <a:srgbClr val="FF0000"/>
                </a:solidFill>
                <a:latin typeface="r0c0i Linotte SemiBold" pitchFamily="2" charset="77"/>
              </a:rPr>
              <a:t>, </a:t>
            </a:r>
            <a:r>
              <a:rPr lang="en-US" sz="3600" b="1" dirty="0" err="1">
                <a:solidFill>
                  <a:srgbClr val="FF0000"/>
                </a:solidFill>
                <a:latin typeface="r0c0i Linotte SemiBold" pitchFamily="2" charset="77"/>
              </a:rPr>
              <a:t>dạy</a:t>
            </a:r>
            <a:r>
              <a:rPr lang="en-US" sz="3600" b="1" dirty="0">
                <a:solidFill>
                  <a:srgbClr val="FF0000"/>
                </a:solidFill>
                <a:latin typeface="r0c0i Linotte SemiBold" pitchFamily="2" charset="77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r0c0i Linotte SemiBold" pitchFamily="2" charset="77"/>
              </a:rPr>
              <a:t>dỗ</a:t>
            </a:r>
            <a:r>
              <a:rPr lang="en-US" sz="3600" b="1" dirty="0">
                <a:solidFill>
                  <a:srgbClr val="FF0000"/>
                </a:solidFill>
                <a:latin typeface="r0c0i Linotte SemiBold" pitchFamily="2" charset="77"/>
              </a:rPr>
              <a:t>)</a:t>
            </a:r>
          </a:p>
          <a:p>
            <a:pPr algn="ctr"/>
            <a:endParaRPr lang="vi-VN" sz="3600" b="1" dirty="0">
              <a:solidFill>
                <a:srgbClr val="FF0000"/>
              </a:solidFill>
              <a:latin typeface="r0c0i Linotte SemiBold" pitchFamily="2" charset="77"/>
            </a:endParaRP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6F531AAE-4488-00E7-0E2C-B52BAD72A6D2}"/>
              </a:ext>
            </a:extLst>
          </p:cNvPr>
          <p:cNvSpPr/>
          <p:nvPr/>
        </p:nvSpPr>
        <p:spPr>
          <a:xfrm>
            <a:off x="2006370" y="222790"/>
            <a:ext cx="1752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prstClr val="black"/>
                </a:solidFill>
              </a:rPr>
              <a:t>がく</a:t>
            </a:r>
            <a:endParaRPr lang="en-US" sz="3200" b="1" dirty="0">
              <a:solidFill>
                <a:prstClr val="black"/>
              </a:solidFill>
            </a:endParaRPr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F8B36BAC-5179-AD60-B71B-629D8CE3D21A}"/>
              </a:ext>
            </a:extLst>
          </p:cNvPr>
          <p:cNvSpPr/>
          <p:nvPr/>
        </p:nvSpPr>
        <p:spPr>
          <a:xfrm>
            <a:off x="5890874" y="679990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大学 （だいがく）</a:t>
            </a:r>
            <a:r>
              <a:rPr lang="en-US" altLang="ja-JP" sz="2400" b="1" dirty="0">
                <a:solidFill>
                  <a:prstClr val="black"/>
                </a:solidFill>
              </a:rPr>
              <a:t>: </a:t>
            </a:r>
            <a:r>
              <a:rPr lang="en-US" altLang="ja-JP" sz="2400" b="1" dirty="0" err="1">
                <a:solidFill>
                  <a:prstClr val="black"/>
                </a:solidFill>
              </a:rPr>
              <a:t>đại</a:t>
            </a:r>
            <a:r>
              <a:rPr lang="en-US" altLang="ja-JP" sz="2400" b="1" dirty="0">
                <a:solidFill>
                  <a:prstClr val="black"/>
                </a:solidFill>
              </a:rPr>
              <a:t> </a:t>
            </a:r>
            <a:r>
              <a:rPr lang="en-US" altLang="ja-JP" sz="2400" b="1" dirty="0" err="1">
                <a:solidFill>
                  <a:prstClr val="black"/>
                </a:solidFill>
              </a:rPr>
              <a:t>học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32" name="Rounded Rectangle 12">
            <a:extLst>
              <a:ext uri="{FF2B5EF4-FFF2-40B4-BE49-F238E27FC236}">
                <a16:creationId xmlns:a16="http://schemas.microsoft.com/office/drawing/2014/main" id="{EB03250A-BB56-69B5-1EAF-D0791E5CEA23}"/>
              </a:ext>
            </a:extLst>
          </p:cNvPr>
          <p:cNvSpPr/>
          <p:nvPr/>
        </p:nvSpPr>
        <p:spPr>
          <a:xfrm>
            <a:off x="5890874" y="1841113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学校（がっこう）</a:t>
            </a:r>
            <a:r>
              <a:rPr lang="en-US" altLang="ja-JP" sz="2400" b="1" dirty="0">
                <a:solidFill>
                  <a:prstClr val="black"/>
                </a:solidFill>
              </a:rPr>
              <a:t>: </a:t>
            </a:r>
            <a:r>
              <a:rPr lang="en-US" altLang="ja-JP" sz="2400" b="1" dirty="0" err="1">
                <a:solidFill>
                  <a:prstClr val="black"/>
                </a:solidFill>
              </a:rPr>
              <a:t>trường</a:t>
            </a:r>
            <a:r>
              <a:rPr lang="en-US" altLang="ja-JP" sz="2400" b="1" dirty="0">
                <a:solidFill>
                  <a:prstClr val="black"/>
                </a:solidFill>
              </a:rPr>
              <a:t> </a:t>
            </a:r>
            <a:r>
              <a:rPr lang="en-US" altLang="ja-JP" sz="2400" b="1" dirty="0" err="1">
                <a:solidFill>
                  <a:prstClr val="black"/>
                </a:solidFill>
              </a:rPr>
              <a:t>học</a:t>
            </a:r>
            <a:endParaRPr lang="en-US" sz="2400" b="1" dirty="0">
              <a:solidFill>
                <a:prstClr val="black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3B1903-EC7D-8A67-791D-5C2A2AA5B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636" y="4629666"/>
            <a:ext cx="4874711" cy="1783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29C46CB0-C727-B59A-7D38-D22808CB8BE5}"/>
              </a:ext>
            </a:extLst>
          </p:cNvPr>
          <p:cNvSpPr/>
          <p:nvPr/>
        </p:nvSpPr>
        <p:spPr>
          <a:xfrm>
            <a:off x="2006370" y="3930211"/>
            <a:ext cx="1752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prstClr val="black"/>
                </a:solidFill>
              </a:rPr>
              <a:t>まな・ぶ</a:t>
            </a:r>
            <a:endParaRPr lang="en-US" sz="32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51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2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1732D-235A-7C4A-D722-7B0FE92FE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hand holding a marker and writing on a blue background&#10;&#10;AI-generated content may be incorrect.">
            <a:extLst>
              <a:ext uri="{FF2B5EF4-FFF2-40B4-BE49-F238E27FC236}">
                <a16:creationId xmlns:a16="http://schemas.microsoft.com/office/drawing/2014/main" id="{7B373565-65F4-032F-2866-40C20684C1D6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8" r="2848"/>
          <a:stretch>
            <a:fillRect/>
          </a:stretch>
        </p:blipFill>
        <p:spPr/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F58E98-CECD-5AAF-D04A-501B24F5EBE8}"/>
              </a:ext>
            </a:extLst>
          </p:cNvPr>
          <p:cNvSpPr/>
          <p:nvPr/>
        </p:nvSpPr>
        <p:spPr>
          <a:xfrm>
            <a:off x="1134273" y="4629666"/>
            <a:ext cx="3496795" cy="15939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9E7C5-A49F-5CEC-A678-C223A83223DF}"/>
              </a:ext>
            </a:extLst>
          </p:cNvPr>
          <p:cNvSpPr txBox="1"/>
          <p:nvPr/>
        </p:nvSpPr>
        <p:spPr>
          <a:xfrm>
            <a:off x="1210388" y="4888031"/>
            <a:ext cx="33445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 dirty="0">
                <a:solidFill>
                  <a:srgbClr val="FF0000"/>
                </a:solidFill>
                <a:latin typeface="r0c0i Linotte SemiBold" pitchFamily="2" charset="77"/>
              </a:rPr>
              <a:t>SINH</a:t>
            </a:r>
            <a:r>
              <a:rPr lang="en-US" sz="3200" b="1" dirty="0">
                <a:solidFill>
                  <a:srgbClr val="FF0000"/>
                </a:solidFill>
                <a:latin typeface="r0c0i Linotte SemiBold" pitchFamily="2" charset="77"/>
              </a:rPr>
              <a:t> (Sinh </a:t>
            </a:r>
            <a:r>
              <a:rPr lang="en-US" sz="3200" b="1" dirty="0" err="1">
                <a:solidFill>
                  <a:srgbClr val="FF0000"/>
                </a:solidFill>
                <a:latin typeface="r0c0i Linotte SemiBold" pitchFamily="2" charset="77"/>
              </a:rPr>
              <a:t>sống</a:t>
            </a:r>
            <a:r>
              <a:rPr lang="en-US" sz="3200" b="1" dirty="0">
                <a:solidFill>
                  <a:srgbClr val="FF0000"/>
                </a:solidFill>
                <a:latin typeface="r0c0i Linotte SemiBold" pitchFamily="2" charset="77"/>
              </a:rPr>
              <a:t>, </a:t>
            </a:r>
            <a:r>
              <a:rPr lang="en-US" sz="3200" b="1" dirty="0" err="1">
                <a:solidFill>
                  <a:srgbClr val="FF0000"/>
                </a:solidFill>
                <a:latin typeface="r0c0i Linotte SemiBold" pitchFamily="2" charset="77"/>
              </a:rPr>
              <a:t>sản</a:t>
            </a:r>
            <a:r>
              <a:rPr lang="en-US" sz="3200" b="1" dirty="0">
                <a:solidFill>
                  <a:srgbClr val="FF0000"/>
                </a:solidFill>
                <a:latin typeface="r0c0i Linotte SemiBold" pitchFamily="2" charset="77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r0c0i Linotte SemiBold" pitchFamily="2" charset="77"/>
              </a:rPr>
              <a:t>xuất</a:t>
            </a:r>
            <a:r>
              <a:rPr lang="en-US" sz="3200" b="1" dirty="0">
                <a:solidFill>
                  <a:srgbClr val="FF0000"/>
                </a:solidFill>
                <a:latin typeface="r0c0i Linotte SemiBold" pitchFamily="2" charset="77"/>
              </a:rPr>
              <a:t>)</a:t>
            </a: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ADF346E0-5602-07EC-3AFC-8BA996109942}"/>
              </a:ext>
            </a:extLst>
          </p:cNvPr>
          <p:cNvSpPr/>
          <p:nvPr/>
        </p:nvSpPr>
        <p:spPr>
          <a:xfrm>
            <a:off x="2006370" y="222790"/>
            <a:ext cx="1752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prstClr val="black"/>
                </a:solidFill>
              </a:rPr>
              <a:t>せい</a:t>
            </a:r>
            <a:endParaRPr lang="en-US" sz="3200" b="1" dirty="0">
              <a:solidFill>
                <a:prstClr val="black"/>
              </a:solidFill>
            </a:endParaRPr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848B92AF-7517-9FE9-555F-BE72E677E011}"/>
              </a:ext>
            </a:extLst>
          </p:cNvPr>
          <p:cNvSpPr/>
          <p:nvPr/>
        </p:nvSpPr>
        <p:spPr>
          <a:xfrm>
            <a:off x="5890874" y="679990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学生（がくせい）：</a:t>
            </a:r>
            <a:r>
              <a:rPr lang="en-US" altLang="ja-JP" sz="2400" b="1" dirty="0">
                <a:solidFill>
                  <a:prstClr val="black"/>
                </a:solidFill>
              </a:rPr>
              <a:t>Học </a:t>
            </a:r>
            <a:r>
              <a:rPr lang="en-US" altLang="ja-JP" sz="2400" b="1" dirty="0" err="1">
                <a:solidFill>
                  <a:prstClr val="black"/>
                </a:solidFill>
              </a:rPr>
              <a:t>sinh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  <p:sp>
        <p:nvSpPr>
          <p:cNvPr id="32" name="Rounded Rectangle 12">
            <a:extLst>
              <a:ext uri="{FF2B5EF4-FFF2-40B4-BE49-F238E27FC236}">
                <a16:creationId xmlns:a16="http://schemas.microsoft.com/office/drawing/2014/main" id="{947392D9-6505-A577-E9BF-9D771410832D}"/>
              </a:ext>
            </a:extLst>
          </p:cNvPr>
          <p:cNvSpPr/>
          <p:nvPr/>
        </p:nvSpPr>
        <p:spPr>
          <a:xfrm>
            <a:off x="5890874" y="1841113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大学生（だいがくせい）</a:t>
            </a:r>
            <a:r>
              <a:rPr lang="en-US" altLang="ja-JP" sz="2400" b="1" dirty="0">
                <a:solidFill>
                  <a:prstClr val="black"/>
                </a:solidFill>
              </a:rPr>
              <a:t>:</a:t>
            </a:r>
          </a:p>
          <a:p>
            <a:pPr algn="ctr"/>
            <a:r>
              <a:rPr lang="en-US" sz="2400" b="1" dirty="0">
                <a:solidFill>
                  <a:prstClr val="black"/>
                </a:solidFill>
              </a:rPr>
              <a:t>Sinh </a:t>
            </a:r>
            <a:r>
              <a:rPr lang="en-US" sz="2400" b="1" dirty="0" err="1">
                <a:solidFill>
                  <a:prstClr val="black"/>
                </a:solidFill>
              </a:rPr>
              <a:t>viên</a:t>
            </a:r>
            <a:r>
              <a:rPr lang="en-US" sz="2400" b="1" dirty="0">
                <a:solidFill>
                  <a:prstClr val="black"/>
                </a:solidFill>
              </a:rPr>
              <a:t> </a:t>
            </a:r>
            <a:r>
              <a:rPr lang="en-US" sz="2400" b="1" dirty="0" err="1">
                <a:solidFill>
                  <a:prstClr val="black"/>
                </a:solidFill>
              </a:rPr>
              <a:t>đại</a:t>
            </a:r>
            <a:r>
              <a:rPr lang="en-US" sz="2400" b="1" dirty="0">
                <a:solidFill>
                  <a:prstClr val="black"/>
                </a:solidFill>
              </a:rPr>
              <a:t> </a:t>
            </a:r>
            <a:r>
              <a:rPr lang="en-US" sz="2400" b="1" dirty="0" err="1">
                <a:solidFill>
                  <a:prstClr val="black"/>
                </a:solidFill>
              </a:rPr>
              <a:t>học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37" name="Rounded Rectangle 12">
            <a:extLst>
              <a:ext uri="{FF2B5EF4-FFF2-40B4-BE49-F238E27FC236}">
                <a16:creationId xmlns:a16="http://schemas.microsoft.com/office/drawing/2014/main" id="{6C632CAA-0FD7-73F8-D346-7BC8D3BE63D0}"/>
              </a:ext>
            </a:extLst>
          </p:cNvPr>
          <p:cNvSpPr/>
          <p:nvPr/>
        </p:nvSpPr>
        <p:spPr>
          <a:xfrm>
            <a:off x="5890874" y="3003101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先生（せんせい）</a:t>
            </a:r>
            <a:r>
              <a:rPr lang="en-US" altLang="ja-JP" sz="2400" b="1" dirty="0">
                <a:solidFill>
                  <a:prstClr val="black"/>
                </a:solidFill>
              </a:rPr>
              <a:t>: </a:t>
            </a:r>
            <a:r>
              <a:rPr lang="en-US" altLang="ja-JP" sz="2400" b="1" dirty="0" err="1">
                <a:solidFill>
                  <a:prstClr val="black"/>
                </a:solidFill>
              </a:rPr>
              <a:t>Giáo</a:t>
            </a:r>
            <a:r>
              <a:rPr lang="en-US" altLang="ja-JP" sz="2400" b="1" dirty="0">
                <a:solidFill>
                  <a:prstClr val="black"/>
                </a:solidFill>
              </a:rPr>
              <a:t> </a:t>
            </a:r>
            <a:r>
              <a:rPr lang="en-US" altLang="ja-JP" sz="2400" b="1" dirty="0" err="1">
                <a:solidFill>
                  <a:prstClr val="black"/>
                </a:solidFill>
              </a:rPr>
              <a:t>viên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89AA2-7DA4-C5DC-1FC0-7C56772F8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859" y="4413363"/>
            <a:ext cx="4908882" cy="18102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4002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2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351BC-013D-EA17-A1B8-77C8DBE58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screen shot of a computer game&#10;&#10;AI-generated content may be incorrect.">
            <a:extLst>
              <a:ext uri="{FF2B5EF4-FFF2-40B4-BE49-F238E27FC236}">
                <a16:creationId xmlns:a16="http://schemas.microsoft.com/office/drawing/2014/main" id="{FBC1F7FD-C798-6576-E273-827D819D89E0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8" r="2848"/>
          <a:stretch>
            <a:fillRect/>
          </a:stretch>
        </p:blipFill>
        <p:spPr/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F09DE89-C16B-6360-98D3-F9052C6A0462}"/>
              </a:ext>
            </a:extLst>
          </p:cNvPr>
          <p:cNvSpPr/>
          <p:nvPr/>
        </p:nvSpPr>
        <p:spPr>
          <a:xfrm>
            <a:off x="1134273" y="4629666"/>
            <a:ext cx="3496795" cy="15939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29DE1-52D5-E4F8-3B8A-990C11A337E8}"/>
              </a:ext>
            </a:extLst>
          </p:cNvPr>
          <p:cNvSpPr txBox="1"/>
          <p:nvPr/>
        </p:nvSpPr>
        <p:spPr>
          <a:xfrm>
            <a:off x="1210388" y="4888031"/>
            <a:ext cx="33445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 dirty="0">
                <a:solidFill>
                  <a:srgbClr val="FF0000"/>
                </a:solidFill>
                <a:latin typeface="r0c0i Linotte SemiBold" pitchFamily="2" charset="77"/>
              </a:rPr>
              <a:t>H</a:t>
            </a:r>
            <a:r>
              <a:rPr lang="en-US" sz="3200" b="1" dirty="0">
                <a:solidFill>
                  <a:srgbClr val="FF0000"/>
                </a:solidFill>
                <a:latin typeface="r0c0i Linotte SemiBold" pitchFamily="2" charset="77"/>
              </a:rPr>
              <a:t>I</a:t>
            </a:r>
            <a:r>
              <a:rPr lang="vi-VN" sz="3200" b="1" dirty="0">
                <a:solidFill>
                  <a:srgbClr val="FF0000"/>
                </a:solidFill>
                <a:latin typeface="r0c0i Linotte SemiBold" pitchFamily="2" charset="77"/>
              </a:rPr>
              <a:t>ỆU</a:t>
            </a:r>
            <a:r>
              <a:rPr lang="en-US" sz="3200" b="1" dirty="0">
                <a:solidFill>
                  <a:srgbClr val="FF0000"/>
                </a:solidFill>
                <a:latin typeface="r0c0i Linotte SemiBold" pitchFamily="2" charset="77"/>
              </a:rPr>
              <a:t> </a:t>
            </a: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r0c0i Linotte SemiBold" pitchFamily="2" charset="77"/>
              </a:rPr>
              <a:t>(</a:t>
            </a:r>
            <a:r>
              <a:rPr lang="vi-VN" sz="3200" b="1" dirty="0">
                <a:solidFill>
                  <a:srgbClr val="FF0000"/>
                </a:solidFill>
                <a:latin typeface="r0c0i Linotte SemiBold" pitchFamily="2" charset="77"/>
              </a:rPr>
              <a:t>Trường học</a:t>
            </a:r>
            <a:r>
              <a:rPr lang="en-US" sz="3200" b="1" dirty="0">
                <a:solidFill>
                  <a:srgbClr val="FF0000"/>
                </a:solidFill>
                <a:latin typeface="r0c0i Linotte SemiBold" pitchFamily="2" charset="77"/>
              </a:rPr>
              <a:t>)</a:t>
            </a:r>
            <a:endParaRPr lang="vi-VN" sz="3200" b="1" dirty="0">
              <a:solidFill>
                <a:srgbClr val="FF0000"/>
              </a:solidFill>
              <a:latin typeface="r0c0i Linotte SemiBold" pitchFamily="2" charset="77"/>
            </a:endParaRP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A85779BA-B4DC-356D-C852-0EB80AD07D92}"/>
              </a:ext>
            </a:extLst>
          </p:cNvPr>
          <p:cNvSpPr/>
          <p:nvPr/>
        </p:nvSpPr>
        <p:spPr>
          <a:xfrm>
            <a:off x="2006370" y="222790"/>
            <a:ext cx="1752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prstClr val="black"/>
                </a:solidFill>
              </a:rPr>
              <a:t>こう</a:t>
            </a:r>
            <a:endParaRPr lang="en-US" sz="3200" b="1" dirty="0">
              <a:solidFill>
                <a:prstClr val="black"/>
              </a:solidFill>
            </a:endParaRPr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0373069A-8E68-E647-9A43-23B342A3E3D7}"/>
              </a:ext>
            </a:extLst>
          </p:cNvPr>
          <p:cNvSpPr/>
          <p:nvPr/>
        </p:nvSpPr>
        <p:spPr>
          <a:xfrm>
            <a:off x="5890874" y="679990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学校（がっこう）</a:t>
            </a:r>
            <a:r>
              <a:rPr lang="en-US" altLang="ja-JP" sz="2400" b="1" dirty="0">
                <a:solidFill>
                  <a:prstClr val="black"/>
                </a:solidFill>
              </a:rPr>
              <a:t>: </a:t>
            </a:r>
            <a:r>
              <a:rPr lang="en-US" altLang="ja-JP" sz="2400" b="1" dirty="0" err="1">
                <a:solidFill>
                  <a:prstClr val="black"/>
                </a:solidFill>
              </a:rPr>
              <a:t>trường</a:t>
            </a:r>
            <a:r>
              <a:rPr lang="en-US" altLang="ja-JP" sz="2400" b="1" dirty="0">
                <a:solidFill>
                  <a:prstClr val="black"/>
                </a:solidFill>
              </a:rPr>
              <a:t> </a:t>
            </a:r>
            <a:r>
              <a:rPr lang="en-US" altLang="ja-JP" sz="2400" b="1" dirty="0" err="1">
                <a:solidFill>
                  <a:prstClr val="black"/>
                </a:solidFill>
              </a:rPr>
              <a:t>học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37" name="Rounded Rectangle 12">
            <a:extLst>
              <a:ext uri="{FF2B5EF4-FFF2-40B4-BE49-F238E27FC236}">
                <a16:creationId xmlns:a16="http://schemas.microsoft.com/office/drawing/2014/main" id="{1B7DF41A-EC64-323A-4CFB-28FE53516EE9}"/>
              </a:ext>
            </a:extLst>
          </p:cNvPr>
          <p:cNvSpPr/>
          <p:nvPr/>
        </p:nvSpPr>
        <p:spPr>
          <a:xfrm>
            <a:off x="5890872" y="2121055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高校（こうこう）</a:t>
            </a:r>
            <a:r>
              <a:rPr lang="en-US" altLang="ja-JP" sz="2400" b="1" dirty="0">
                <a:solidFill>
                  <a:prstClr val="black"/>
                </a:solidFill>
              </a:rPr>
              <a:t>: </a:t>
            </a:r>
            <a:r>
              <a:rPr lang="en-US" altLang="ja-JP" sz="2400" b="1" dirty="0" err="1">
                <a:solidFill>
                  <a:prstClr val="black"/>
                </a:solidFill>
              </a:rPr>
              <a:t>trường</a:t>
            </a:r>
            <a:r>
              <a:rPr lang="en-US" altLang="ja-JP" sz="2400" b="1" dirty="0">
                <a:solidFill>
                  <a:prstClr val="black"/>
                </a:solidFill>
              </a:rPr>
              <a:t> </a:t>
            </a:r>
            <a:r>
              <a:rPr lang="en-US" altLang="ja-JP" sz="2400" b="1" dirty="0" err="1">
                <a:solidFill>
                  <a:prstClr val="black"/>
                </a:solidFill>
              </a:rPr>
              <a:t>cấp</a:t>
            </a:r>
            <a:r>
              <a:rPr lang="en-US" altLang="ja-JP" sz="2400" b="1" dirty="0">
                <a:solidFill>
                  <a:prstClr val="black"/>
                </a:solidFill>
              </a:rPr>
              <a:t> 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4E909D-0435-49F9-85EE-EB708A189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799" y="4476521"/>
            <a:ext cx="4911001" cy="19002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5983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5F8F95-D946-3A72-B010-FD409352E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screen shot of a game&#10;&#10;AI-generated content may be incorrect.">
            <a:extLst>
              <a:ext uri="{FF2B5EF4-FFF2-40B4-BE49-F238E27FC236}">
                <a16:creationId xmlns:a16="http://schemas.microsoft.com/office/drawing/2014/main" id="{DF38E765-959E-4976-00DD-271A61F78C44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8" r="2848"/>
          <a:stretch>
            <a:fillRect/>
          </a:stretch>
        </p:blipFill>
        <p:spPr/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4E785A-904B-4C63-AE6F-99F6545DA56A}"/>
              </a:ext>
            </a:extLst>
          </p:cNvPr>
          <p:cNvSpPr/>
          <p:nvPr/>
        </p:nvSpPr>
        <p:spPr>
          <a:xfrm>
            <a:off x="1134273" y="4629666"/>
            <a:ext cx="3496795" cy="15939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4A0976-A0DC-A3E3-7089-3FDBE2B357C1}"/>
              </a:ext>
            </a:extLst>
          </p:cNvPr>
          <p:cNvSpPr txBox="1"/>
          <p:nvPr/>
        </p:nvSpPr>
        <p:spPr>
          <a:xfrm>
            <a:off x="1210388" y="4888031"/>
            <a:ext cx="33445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 dirty="0">
                <a:solidFill>
                  <a:srgbClr val="FF0000"/>
                </a:solidFill>
                <a:latin typeface="r0c0i Linotte SemiBold" pitchFamily="2" charset="77"/>
              </a:rPr>
              <a:t>NHẬT</a:t>
            </a:r>
            <a:r>
              <a:rPr lang="ja-JP" altLang="en-US" sz="3200" b="1" dirty="0">
                <a:solidFill>
                  <a:srgbClr val="FF0000"/>
                </a:solidFill>
                <a:latin typeface="r0c0i Linotte SemiBold" pitchFamily="2" charset="77"/>
              </a:rPr>
              <a:t> </a:t>
            </a:r>
            <a:endParaRPr lang="en-US" altLang="ja-JP" sz="3200" b="1" dirty="0">
              <a:solidFill>
                <a:srgbClr val="FF0000"/>
              </a:solidFill>
              <a:latin typeface="r0c0i Linotte SemiBold" pitchFamily="2" charset="77"/>
            </a:endParaRPr>
          </a:p>
          <a:p>
            <a:pPr algn="ctr"/>
            <a:r>
              <a:rPr lang="en-US" altLang="ja-JP" sz="3200" b="1" dirty="0">
                <a:solidFill>
                  <a:srgbClr val="FF0000"/>
                </a:solidFill>
                <a:latin typeface="r0c0i Linotte SemiBold" pitchFamily="2" charset="77"/>
              </a:rPr>
              <a:t>(</a:t>
            </a:r>
            <a:r>
              <a:rPr lang="en-US" altLang="ja-JP" sz="3200" b="1" dirty="0" err="1">
                <a:solidFill>
                  <a:srgbClr val="FF0000"/>
                </a:solidFill>
                <a:latin typeface="r0c0i Linotte SemiBold" pitchFamily="2" charset="77"/>
              </a:rPr>
              <a:t>Ngày</a:t>
            </a:r>
            <a:r>
              <a:rPr lang="en-US" altLang="ja-JP" sz="3200" b="1" dirty="0">
                <a:solidFill>
                  <a:srgbClr val="FF0000"/>
                </a:solidFill>
                <a:latin typeface="r0c0i Linotte SemiBold" pitchFamily="2" charset="77"/>
              </a:rPr>
              <a:t>, </a:t>
            </a:r>
            <a:r>
              <a:rPr lang="en-US" altLang="ja-JP" sz="3200" b="1" dirty="0" err="1">
                <a:solidFill>
                  <a:srgbClr val="FF0000"/>
                </a:solidFill>
                <a:latin typeface="r0c0i Linotte SemiBold" pitchFamily="2" charset="77"/>
              </a:rPr>
              <a:t>mặt</a:t>
            </a:r>
            <a:r>
              <a:rPr lang="en-US" altLang="ja-JP" sz="3200" b="1" dirty="0">
                <a:solidFill>
                  <a:srgbClr val="FF0000"/>
                </a:solidFill>
                <a:latin typeface="r0c0i Linotte SemiBold" pitchFamily="2" charset="77"/>
              </a:rPr>
              <a:t> </a:t>
            </a:r>
            <a:r>
              <a:rPr lang="en-US" altLang="ja-JP" sz="3200" b="1" dirty="0" err="1">
                <a:solidFill>
                  <a:srgbClr val="FF0000"/>
                </a:solidFill>
                <a:latin typeface="r0c0i Linotte SemiBold" pitchFamily="2" charset="77"/>
              </a:rPr>
              <a:t>trời</a:t>
            </a:r>
            <a:r>
              <a:rPr lang="en-US" altLang="ja-JP" sz="3200" b="1" dirty="0">
                <a:solidFill>
                  <a:srgbClr val="FF0000"/>
                </a:solidFill>
                <a:latin typeface="r0c0i Linotte SemiBold" pitchFamily="2" charset="77"/>
              </a:rPr>
              <a:t>)</a:t>
            </a: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E64D2EC8-E958-5292-4FA2-EC9702832B8C}"/>
              </a:ext>
            </a:extLst>
          </p:cNvPr>
          <p:cNvSpPr/>
          <p:nvPr/>
        </p:nvSpPr>
        <p:spPr>
          <a:xfrm>
            <a:off x="2006370" y="222790"/>
            <a:ext cx="1752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prstClr val="black"/>
                </a:solidFill>
              </a:rPr>
              <a:t>にち</a:t>
            </a:r>
            <a:r>
              <a:rPr lang="en-US" altLang="ja-JP" sz="2000" b="1" dirty="0">
                <a:solidFill>
                  <a:prstClr val="black"/>
                </a:solidFill>
              </a:rPr>
              <a:t>(</a:t>
            </a:r>
            <a:r>
              <a:rPr lang="ja-JP" altLang="en-US" sz="2000" b="1" dirty="0">
                <a:solidFill>
                  <a:prstClr val="black"/>
                </a:solidFill>
              </a:rPr>
              <a:t>に）</a:t>
            </a:r>
            <a:r>
              <a:rPr lang="en-US" altLang="ja-JP" sz="2000" b="1" dirty="0">
                <a:solidFill>
                  <a:prstClr val="black"/>
                </a:solidFill>
              </a:rPr>
              <a:t>/</a:t>
            </a:r>
          </a:p>
          <a:p>
            <a:pPr algn="ctr"/>
            <a:r>
              <a:rPr lang="ja-JP" altLang="en-US" sz="2000" b="1" dirty="0">
                <a:solidFill>
                  <a:prstClr val="black"/>
                </a:solidFill>
              </a:rPr>
              <a:t>じつ</a:t>
            </a:r>
            <a:r>
              <a:rPr lang="en-US" altLang="ja-JP" sz="2000" b="1" dirty="0">
                <a:solidFill>
                  <a:prstClr val="black"/>
                </a:solidFill>
              </a:rPr>
              <a:t>/</a:t>
            </a:r>
            <a:r>
              <a:rPr lang="ja-JP" altLang="en-US" sz="2000" b="1" dirty="0">
                <a:solidFill>
                  <a:prstClr val="black"/>
                </a:solidFill>
              </a:rPr>
              <a:t>か</a:t>
            </a:r>
            <a:endParaRPr lang="en-US" sz="2000" b="1" dirty="0">
              <a:solidFill>
                <a:prstClr val="black"/>
              </a:solidFill>
            </a:endParaRPr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5AD78812-34FA-E8F3-59D9-BA6CC984F84D}"/>
              </a:ext>
            </a:extLst>
          </p:cNvPr>
          <p:cNvSpPr/>
          <p:nvPr/>
        </p:nvSpPr>
        <p:spPr>
          <a:xfrm>
            <a:off x="5890874" y="679990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日（ひ）</a:t>
            </a:r>
            <a:r>
              <a:rPr lang="en-US" altLang="ja-JP" sz="2400" b="1" dirty="0">
                <a:solidFill>
                  <a:prstClr val="black"/>
                </a:solidFill>
              </a:rPr>
              <a:t>: </a:t>
            </a:r>
            <a:r>
              <a:rPr lang="en-US" altLang="ja-JP" sz="2400" b="1" dirty="0" err="1">
                <a:solidFill>
                  <a:prstClr val="black"/>
                </a:solidFill>
              </a:rPr>
              <a:t>mặt</a:t>
            </a:r>
            <a:r>
              <a:rPr lang="en-US" altLang="ja-JP" sz="2400" b="1" dirty="0">
                <a:solidFill>
                  <a:prstClr val="black"/>
                </a:solidFill>
              </a:rPr>
              <a:t> </a:t>
            </a:r>
            <a:r>
              <a:rPr lang="en-US" altLang="ja-JP" sz="2400" b="1" dirty="0" err="1">
                <a:solidFill>
                  <a:prstClr val="black"/>
                </a:solidFill>
              </a:rPr>
              <a:t>trời</a:t>
            </a:r>
            <a:r>
              <a:rPr lang="en-US" altLang="ja-JP" sz="2400" b="1" dirty="0">
                <a:solidFill>
                  <a:prstClr val="black"/>
                </a:solidFill>
              </a:rPr>
              <a:t>, </a:t>
            </a:r>
            <a:r>
              <a:rPr lang="en-US" altLang="ja-JP" sz="2400" b="1" dirty="0" err="1">
                <a:solidFill>
                  <a:prstClr val="black"/>
                </a:solidFill>
              </a:rPr>
              <a:t>ngày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32" name="Rounded Rectangle 12">
            <a:extLst>
              <a:ext uri="{FF2B5EF4-FFF2-40B4-BE49-F238E27FC236}">
                <a16:creationId xmlns:a16="http://schemas.microsoft.com/office/drawing/2014/main" id="{05C04B6C-F138-48BD-B78C-6A844A837465}"/>
              </a:ext>
            </a:extLst>
          </p:cNvPr>
          <p:cNvSpPr/>
          <p:nvPr/>
        </p:nvSpPr>
        <p:spPr>
          <a:xfrm>
            <a:off x="5890874" y="1841113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３日（みっか）</a:t>
            </a:r>
            <a:r>
              <a:rPr lang="en-US" altLang="ja-JP" sz="2400" b="1" dirty="0">
                <a:solidFill>
                  <a:prstClr val="black"/>
                </a:solidFill>
              </a:rPr>
              <a:t>: </a:t>
            </a:r>
            <a:r>
              <a:rPr lang="en-US" altLang="ja-JP" sz="2400" b="1" dirty="0" err="1">
                <a:solidFill>
                  <a:prstClr val="black"/>
                </a:solidFill>
              </a:rPr>
              <a:t>ngày</a:t>
            </a:r>
            <a:r>
              <a:rPr lang="en-US" altLang="ja-JP" sz="2400" b="1" dirty="0">
                <a:solidFill>
                  <a:prstClr val="black"/>
                </a:solidFill>
              </a:rPr>
              <a:t> </a:t>
            </a:r>
            <a:r>
              <a:rPr lang="en-US" altLang="ja-JP" sz="2400" b="1" dirty="0" err="1">
                <a:solidFill>
                  <a:prstClr val="black"/>
                </a:solidFill>
              </a:rPr>
              <a:t>mùng</a:t>
            </a:r>
            <a:r>
              <a:rPr lang="en-US" altLang="ja-JP" sz="2400" b="1" dirty="0">
                <a:solidFill>
                  <a:prstClr val="black"/>
                </a:solidFill>
              </a:rPr>
              <a:t> 3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37" name="Rounded Rectangle 12">
            <a:extLst>
              <a:ext uri="{FF2B5EF4-FFF2-40B4-BE49-F238E27FC236}">
                <a16:creationId xmlns:a16="http://schemas.microsoft.com/office/drawing/2014/main" id="{28C6ED13-4926-4266-1013-ED2D3BC91CF3}"/>
              </a:ext>
            </a:extLst>
          </p:cNvPr>
          <p:cNvSpPr/>
          <p:nvPr/>
        </p:nvSpPr>
        <p:spPr>
          <a:xfrm>
            <a:off x="5890874" y="3003101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１１日（じゅういちにち）</a:t>
            </a:r>
            <a:r>
              <a:rPr lang="en-US" altLang="ja-JP" sz="2400" b="1" dirty="0">
                <a:solidFill>
                  <a:prstClr val="black"/>
                </a:solidFill>
              </a:rPr>
              <a:t>: </a:t>
            </a:r>
          </a:p>
          <a:p>
            <a:pPr algn="ctr"/>
            <a:r>
              <a:rPr lang="en-US" sz="2400" b="1" dirty="0" err="1">
                <a:solidFill>
                  <a:prstClr val="black"/>
                </a:solidFill>
              </a:rPr>
              <a:t>Ngày</a:t>
            </a:r>
            <a:r>
              <a:rPr lang="en-US" sz="2400" b="1" dirty="0">
                <a:solidFill>
                  <a:prstClr val="black"/>
                </a:solidFill>
              </a:rPr>
              <a:t> 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F2A16D-1879-82BF-F47B-8899D72D8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286" y="4385847"/>
            <a:ext cx="4932028" cy="20396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1540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2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F2608-A240-C4A1-1D69-98472798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screen shot of a game&#10;&#10;AI-generated content may be incorrect.">
            <a:extLst>
              <a:ext uri="{FF2B5EF4-FFF2-40B4-BE49-F238E27FC236}">
                <a16:creationId xmlns:a16="http://schemas.microsoft.com/office/drawing/2014/main" id="{533848C2-7640-B22C-799D-BAC3374D5150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8" r="2848"/>
          <a:stretch>
            <a:fillRect/>
          </a:stretch>
        </p:blipFill>
        <p:spPr/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78DCA1-9371-AF69-2D04-99D7A8668657}"/>
              </a:ext>
            </a:extLst>
          </p:cNvPr>
          <p:cNvSpPr/>
          <p:nvPr/>
        </p:nvSpPr>
        <p:spPr>
          <a:xfrm>
            <a:off x="1134273" y="4629666"/>
            <a:ext cx="3496795" cy="15939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6A96E2-6366-215F-413E-33EDDF403EA6}"/>
              </a:ext>
            </a:extLst>
          </p:cNvPr>
          <p:cNvSpPr txBox="1"/>
          <p:nvPr/>
        </p:nvSpPr>
        <p:spPr>
          <a:xfrm>
            <a:off x="1210388" y="4888031"/>
            <a:ext cx="33445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 dirty="0">
                <a:solidFill>
                  <a:srgbClr val="FF0000"/>
                </a:solidFill>
                <a:latin typeface="r0c0i Linotte SemiBold" pitchFamily="2" charset="77"/>
              </a:rPr>
              <a:t>BẢN</a:t>
            </a:r>
            <a:r>
              <a:rPr lang="ja-JP" altLang="en-US" sz="3200" b="1" dirty="0">
                <a:solidFill>
                  <a:srgbClr val="FF0000"/>
                </a:solidFill>
                <a:latin typeface="r0c0i Linotte SemiBold" pitchFamily="2" charset="77"/>
              </a:rPr>
              <a:t> </a:t>
            </a:r>
            <a:endParaRPr lang="en-US" altLang="ja-JP" sz="3200" b="1" dirty="0">
              <a:solidFill>
                <a:srgbClr val="FF0000"/>
              </a:solidFill>
              <a:latin typeface="r0c0i Linotte SemiBold" pitchFamily="2" charset="77"/>
            </a:endParaRPr>
          </a:p>
          <a:p>
            <a:pPr algn="ctr"/>
            <a:r>
              <a:rPr lang="en-US" altLang="ja-JP" sz="3200" b="1" dirty="0">
                <a:solidFill>
                  <a:srgbClr val="FF0000"/>
                </a:solidFill>
                <a:latin typeface="r0c0i Linotte SemiBold" pitchFamily="2" charset="77"/>
              </a:rPr>
              <a:t>(</a:t>
            </a:r>
            <a:r>
              <a:rPr lang="en-US" altLang="ja-JP" sz="3200" b="1" dirty="0" err="1">
                <a:solidFill>
                  <a:srgbClr val="FF0000"/>
                </a:solidFill>
                <a:latin typeface="r0c0i Linotte SemiBold" pitchFamily="2" charset="77"/>
              </a:rPr>
              <a:t>Sách</a:t>
            </a:r>
            <a:r>
              <a:rPr lang="en-US" altLang="ja-JP" sz="3200" b="1" dirty="0">
                <a:solidFill>
                  <a:srgbClr val="FF0000"/>
                </a:solidFill>
                <a:latin typeface="r0c0i Linotte SemiBold" pitchFamily="2" charset="77"/>
              </a:rPr>
              <a:t>, </a:t>
            </a:r>
            <a:r>
              <a:rPr lang="en-US" altLang="ja-JP" sz="3200" b="1" dirty="0" err="1">
                <a:solidFill>
                  <a:srgbClr val="FF0000"/>
                </a:solidFill>
                <a:latin typeface="r0c0i Linotte SemiBold" pitchFamily="2" charset="77"/>
              </a:rPr>
              <a:t>gốc</a:t>
            </a:r>
            <a:r>
              <a:rPr lang="en-US" altLang="ja-JP" sz="3200" b="1" dirty="0">
                <a:solidFill>
                  <a:srgbClr val="FF0000"/>
                </a:solidFill>
                <a:latin typeface="r0c0i Linotte SemiBold" pitchFamily="2" charset="77"/>
              </a:rPr>
              <a:t>)</a:t>
            </a: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25EDFBB3-598C-F710-B4D3-D9361D351F1D}"/>
              </a:ext>
            </a:extLst>
          </p:cNvPr>
          <p:cNvSpPr/>
          <p:nvPr/>
        </p:nvSpPr>
        <p:spPr>
          <a:xfrm>
            <a:off x="2006370" y="222790"/>
            <a:ext cx="1752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prstClr val="black"/>
                </a:solidFill>
              </a:rPr>
              <a:t>ほん</a:t>
            </a:r>
            <a:endParaRPr lang="en-US" sz="3200" b="1" dirty="0">
              <a:solidFill>
                <a:prstClr val="black"/>
              </a:solidFill>
            </a:endParaRPr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73CDA394-D305-1575-BC6C-856AC695F958}"/>
              </a:ext>
            </a:extLst>
          </p:cNvPr>
          <p:cNvSpPr/>
          <p:nvPr/>
        </p:nvSpPr>
        <p:spPr>
          <a:xfrm>
            <a:off x="5890874" y="679990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本（ほん）</a:t>
            </a:r>
            <a:r>
              <a:rPr lang="en-US" altLang="ja-JP" sz="2400" b="1" dirty="0">
                <a:solidFill>
                  <a:prstClr val="black"/>
                </a:solidFill>
              </a:rPr>
              <a:t>: </a:t>
            </a:r>
            <a:r>
              <a:rPr lang="en-US" altLang="ja-JP" sz="2400" b="1" dirty="0" err="1">
                <a:solidFill>
                  <a:prstClr val="black"/>
                </a:solidFill>
              </a:rPr>
              <a:t>Sách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32" name="Rounded Rectangle 12">
            <a:extLst>
              <a:ext uri="{FF2B5EF4-FFF2-40B4-BE49-F238E27FC236}">
                <a16:creationId xmlns:a16="http://schemas.microsoft.com/office/drawing/2014/main" id="{3E62851E-6D93-7380-C6F7-03D8AB5185F6}"/>
              </a:ext>
            </a:extLst>
          </p:cNvPr>
          <p:cNvSpPr/>
          <p:nvPr/>
        </p:nvSpPr>
        <p:spPr>
          <a:xfrm>
            <a:off x="5890874" y="1841113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日本（にほん）：</a:t>
            </a:r>
            <a:r>
              <a:rPr lang="en-US" altLang="ja-JP" sz="2400" b="1" dirty="0">
                <a:solidFill>
                  <a:prstClr val="black"/>
                </a:solidFill>
              </a:rPr>
              <a:t>Nhật </a:t>
            </a:r>
            <a:r>
              <a:rPr lang="en-US" altLang="ja-JP" sz="2400" b="1" dirty="0" err="1">
                <a:solidFill>
                  <a:prstClr val="black"/>
                </a:solidFill>
              </a:rPr>
              <a:t>Bản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37" name="Rounded Rectangle 12">
            <a:extLst>
              <a:ext uri="{FF2B5EF4-FFF2-40B4-BE49-F238E27FC236}">
                <a16:creationId xmlns:a16="http://schemas.microsoft.com/office/drawing/2014/main" id="{65FA7708-F48B-FCFC-10A3-E0821CE6E688}"/>
              </a:ext>
            </a:extLst>
          </p:cNvPr>
          <p:cNvSpPr/>
          <p:nvPr/>
        </p:nvSpPr>
        <p:spPr>
          <a:xfrm>
            <a:off x="5890874" y="3003101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日本人（にほんじん）：</a:t>
            </a:r>
            <a:endParaRPr lang="en-US" altLang="ja-JP" sz="2400" b="1" dirty="0">
              <a:solidFill>
                <a:prstClr val="black"/>
              </a:solidFill>
            </a:endParaRPr>
          </a:p>
          <a:p>
            <a:pPr algn="ctr"/>
            <a:r>
              <a:rPr lang="en-US" altLang="ja-JP" sz="2400" b="1" dirty="0" err="1">
                <a:solidFill>
                  <a:prstClr val="black"/>
                </a:solidFill>
              </a:rPr>
              <a:t>Người</a:t>
            </a:r>
            <a:r>
              <a:rPr lang="en-US" altLang="ja-JP" sz="2400" b="1" dirty="0">
                <a:solidFill>
                  <a:prstClr val="black"/>
                </a:solidFill>
              </a:rPr>
              <a:t> Nhật</a:t>
            </a:r>
            <a:endParaRPr lang="en-US" sz="2400" b="1" dirty="0">
              <a:solidFill>
                <a:prstClr val="black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8A799D-12E5-266C-C177-A21A8B33F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556" y="4460324"/>
            <a:ext cx="5043488" cy="19326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61006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2" grpId="0" animBg="1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7843C-EDF8-6198-4023-06233A9D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screen shot of a game&#10;&#10;AI-generated content may be incorrect.">
            <a:extLst>
              <a:ext uri="{FF2B5EF4-FFF2-40B4-BE49-F238E27FC236}">
                <a16:creationId xmlns:a16="http://schemas.microsoft.com/office/drawing/2014/main" id="{14BC4E65-A140-2245-9704-3007C46E32F8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8" r="2848"/>
          <a:stretch>
            <a:fillRect/>
          </a:stretch>
        </p:blipFill>
        <p:spPr/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242C285-570B-021A-888F-C2A6376AFD69}"/>
              </a:ext>
            </a:extLst>
          </p:cNvPr>
          <p:cNvSpPr/>
          <p:nvPr/>
        </p:nvSpPr>
        <p:spPr>
          <a:xfrm>
            <a:off x="1134273" y="4629666"/>
            <a:ext cx="3496795" cy="15939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ACBA1-3CDF-7FE6-E7FB-2C9318A6F93D}"/>
              </a:ext>
            </a:extLst>
          </p:cNvPr>
          <p:cNvSpPr txBox="1"/>
          <p:nvPr/>
        </p:nvSpPr>
        <p:spPr>
          <a:xfrm>
            <a:off x="1210388" y="4888031"/>
            <a:ext cx="33445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 dirty="0">
                <a:solidFill>
                  <a:srgbClr val="FF0000"/>
                </a:solidFill>
                <a:latin typeface="r0c0i Linotte SemiBold" pitchFamily="2" charset="77"/>
              </a:rPr>
              <a:t>NGỮ</a:t>
            </a:r>
            <a:r>
              <a:rPr lang="ja-JP" altLang="en-US" sz="3200" b="1" dirty="0">
                <a:solidFill>
                  <a:srgbClr val="FF0000"/>
                </a:solidFill>
                <a:latin typeface="r0c0i Linotte SemiBold" pitchFamily="2" charset="77"/>
              </a:rPr>
              <a:t> </a:t>
            </a:r>
            <a:endParaRPr lang="en-US" altLang="ja-JP" sz="3200" b="1" dirty="0">
              <a:solidFill>
                <a:srgbClr val="FF0000"/>
              </a:solidFill>
              <a:latin typeface="r0c0i Linotte SemiBold" pitchFamily="2" charset="77"/>
            </a:endParaRPr>
          </a:p>
          <a:p>
            <a:pPr algn="ctr"/>
            <a:r>
              <a:rPr lang="en-US" altLang="ja-JP" sz="3200" b="1" dirty="0">
                <a:solidFill>
                  <a:srgbClr val="FF0000"/>
                </a:solidFill>
                <a:latin typeface="r0c0i Linotte SemiBold" pitchFamily="2" charset="77"/>
              </a:rPr>
              <a:t>(</a:t>
            </a:r>
            <a:r>
              <a:rPr lang="en-US" altLang="ja-JP" sz="3200" b="1" dirty="0" err="1">
                <a:solidFill>
                  <a:srgbClr val="FF0000"/>
                </a:solidFill>
                <a:latin typeface="r0c0i Linotte SemiBold" pitchFamily="2" charset="77"/>
              </a:rPr>
              <a:t>Ngôn</a:t>
            </a:r>
            <a:r>
              <a:rPr lang="en-US" altLang="ja-JP" sz="3200" b="1" dirty="0">
                <a:solidFill>
                  <a:srgbClr val="FF0000"/>
                </a:solidFill>
                <a:latin typeface="r0c0i Linotte SemiBold" pitchFamily="2" charset="77"/>
              </a:rPr>
              <a:t> </a:t>
            </a:r>
            <a:r>
              <a:rPr lang="en-US" altLang="ja-JP" sz="3200" b="1" dirty="0" err="1">
                <a:solidFill>
                  <a:srgbClr val="FF0000"/>
                </a:solidFill>
                <a:latin typeface="r0c0i Linotte SemiBold" pitchFamily="2" charset="77"/>
              </a:rPr>
              <a:t>ngữ</a:t>
            </a:r>
            <a:r>
              <a:rPr lang="en-US" altLang="ja-JP" sz="3200" b="1" dirty="0">
                <a:solidFill>
                  <a:srgbClr val="FF0000"/>
                </a:solidFill>
                <a:latin typeface="r0c0i Linotte SemiBold" pitchFamily="2" charset="77"/>
              </a:rPr>
              <a:t>, </a:t>
            </a:r>
            <a:r>
              <a:rPr lang="en-US" altLang="ja-JP" sz="3200" b="1" dirty="0" err="1">
                <a:solidFill>
                  <a:srgbClr val="FF0000"/>
                </a:solidFill>
                <a:latin typeface="r0c0i Linotte SemiBold" pitchFamily="2" charset="77"/>
              </a:rPr>
              <a:t>từ</a:t>
            </a:r>
            <a:r>
              <a:rPr lang="en-US" altLang="ja-JP" sz="3200" b="1" dirty="0">
                <a:solidFill>
                  <a:srgbClr val="FF0000"/>
                </a:solidFill>
                <a:latin typeface="r0c0i Linotte SemiBold" pitchFamily="2" charset="77"/>
              </a:rPr>
              <a:t>)</a:t>
            </a: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68A2DBB9-A5D7-ADC7-1F4C-F7D4C4348148}"/>
              </a:ext>
            </a:extLst>
          </p:cNvPr>
          <p:cNvSpPr/>
          <p:nvPr/>
        </p:nvSpPr>
        <p:spPr>
          <a:xfrm>
            <a:off x="2006370" y="222790"/>
            <a:ext cx="1752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prstClr val="black"/>
                </a:solidFill>
              </a:rPr>
              <a:t>ご</a:t>
            </a:r>
            <a:endParaRPr lang="en-US" sz="3200" b="1" dirty="0">
              <a:solidFill>
                <a:prstClr val="black"/>
              </a:solidFill>
            </a:endParaRPr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7063CC48-ADCD-A9C8-D508-071E2D7F853D}"/>
              </a:ext>
            </a:extLst>
          </p:cNvPr>
          <p:cNvSpPr/>
          <p:nvPr/>
        </p:nvSpPr>
        <p:spPr>
          <a:xfrm>
            <a:off x="5890874" y="679990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日本語（にほんご）：</a:t>
            </a:r>
            <a:endParaRPr lang="en-US" altLang="ja-JP" sz="2400" b="1" dirty="0">
              <a:solidFill>
                <a:prstClr val="black"/>
              </a:solidFill>
            </a:endParaRPr>
          </a:p>
          <a:p>
            <a:pPr algn="ctr"/>
            <a:r>
              <a:rPr lang="en-US" altLang="ja-JP" sz="2400" b="1" dirty="0" err="1">
                <a:solidFill>
                  <a:prstClr val="black"/>
                </a:solidFill>
              </a:rPr>
              <a:t>Tiếng</a:t>
            </a:r>
            <a:r>
              <a:rPr lang="en-US" altLang="ja-JP" sz="2400" b="1" dirty="0">
                <a:solidFill>
                  <a:prstClr val="black"/>
                </a:solidFill>
              </a:rPr>
              <a:t> Nhật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32" name="Rounded Rectangle 12">
            <a:extLst>
              <a:ext uri="{FF2B5EF4-FFF2-40B4-BE49-F238E27FC236}">
                <a16:creationId xmlns:a16="http://schemas.microsoft.com/office/drawing/2014/main" id="{30F659FB-C967-2F42-980B-2F60ED3DCA7E}"/>
              </a:ext>
            </a:extLst>
          </p:cNvPr>
          <p:cNvSpPr/>
          <p:nvPr/>
        </p:nvSpPr>
        <p:spPr>
          <a:xfrm>
            <a:off x="5890874" y="1841113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ベトナム語（ベトナムご）：</a:t>
            </a:r>
            <a:endParaRPr lang="en-US" altLang="ja-JP" sz="2400" b="1" dirty="0">
              <a:solidFill>
                <a:prstClr val="black"/>
              </a:solidFill>
            </a:endParaRPr>
          </a:p>
          <a:p>
            <a:pPr algn="ctr"/>
            <a:r>
              <a:rPr lang="en-US" altLang="ja-JP" sz="2400" b="1" dirty="0" err="1">
                <a:solidFill>
                  <a:prstClr val="black"/>
                </a:solidFill>
              </a:rPr>
              <a:t>Tiếng</a:t>
            </a:r>
            <a:r>
              <a:rPr lang="en-US" altLang="ja-JP" sz="2400" b="1" dirty="0">
                <a:solidFill>
                  <a:prstClr val="black"/>
                </a:solidFill>
              </a:rPr>
              <a:t> Việt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37" name="Rounded Rectangle 12">
            <a:extLst>
              <a:ext uri="{FF2B5EF4-FFF2-40B4-BE49-F238E27FC236}">
                <a16:creationId xmlns:a16="http://schemas.microsoft.com/office/drawing/2014/main" id="{1F694B62-AE2B-1ECD-E20E-113BD96078A0}"/>
              </a:ext>
            </a:extLst>
          </p:cNvPr>
          <p:cNvSpPr/>
          <p:nvPr/>
        </p:nvSpPr>
        <p:spPr>
          <a:xfrm>
            <a:off x="5890874" y="3003101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300" b="1" dirty="0">
                <a:solidFill>
                  <a:prstClr val="black"/>
                </a:solidFill>
              </a:rPr>
              <a:t>日本語学校（にほんごがっこう）</a:t>
            </a:r>
            <a:endParaRPr lang="en-US" altLang="ja-JP" sz="2300" b="1" dirty="0">
              <a:solidFill>
                <a:prstClr val="black"/>
              </a:solidFill>
            </a:endParaRPr>
          </a:p>
          <a:p>
            <a:pPr algn="ctr"/>
            <a:r>
              <a:rPr lang="en-US" sz="2300" b="1" dirty="0">
                <a:solidFill>
                  <a:prstClr val="black"/>
                </a:solidFill>
              </a:rPr>
              <a:t>Trường </a:t>
            </a:r>
            <a:r>
              <a:rPr lang="en-US" sz="2300" b="1" dirty="0" err="1">
                <a:solidFill>
                  <a:prstClr val="black"/>
                </a:solidFill>
              </a:rPr>
              <a:t>học</a:t>
            </a:r>
            <a:r>
              <a:rPr lang="en-US" sz="2300" b="1" dirty="0">
                <a:solidFill>
                  <a:prstClr val="black"/>
                </a:solidFill>
              </a:rPr>
              <a:t> </a:t>
            </a:r>
            <a:r>
              <a:rPr lang="en-US" sz="2300" b="1" dirty="0" err="1">
                <a:solidFill>
                  <a:prstClr val="black"/>
                </a:solidFill>
              </a:rPr>
              <a:t>Tiếng</a:t>
            </a:r>
            <a:r>
              <a:rPr lang="en-US" sz="2300" b="1" dirty="0">
                <a:solidFill>
                  <a:prstClr val="black"/>
                </a:solidFill>
              </a:rPr>
              <a:t> Nhật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3B6C34-E479-448D-B123-71592B586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257" y="4499198"/>
            <a:ext cx="4874086" cy="18548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3022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2" grpId="0" animBg="1"/>
      <p:bldP spid="3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9.0&quot;&gt;&lt;object type=&quot;1&quot; unique_id=&quot;10001&quot;&gt;&lt;object type=&quot;8&quot; unique_id=&quot;10088&quot;&gt;&lt;/object&gt;&lt;object type=&quot;2&quot; unique_id=&quot;10089&quot;&gt;&lt;object type=&quot;3&quot; unique_id=&quot;10090&quot;&gt;&lt;property id=&quot;20148&quot; value=&quot;5&quot;/&gt;&lt;property id=&quot;20300&quot; value=&quot;Slide 1&quot;/&gt;&lt;property id=&quot;20307&quot; value=&quot;256&quot;/&gt;&lt;/object&gt;&lt;object type=&quot;3&quot; unique_id=&quot;10093&quot;&gt;&lt;property id=&quot;20148&quot; value=&quot;5&quot;/&gt;&lt;property id=&quot;20300&quot; value=&quot;Slide 16&quot;/&gt;&lt;property id=&quot;20307&quot; value=&quot;261&quot;/&gt;&lt;/object&gt;&lt;object type=&quot;3&quot; unique_id=&quot;10247&quot;&gt;&lt;property id=&quot;20148&quot; value=&quot;5&quot;/&gt;&lt;property id=&quot;20300&quot; value=&quot;Slide 6&quot;/&gt;&lt;property id=&quot;20307&quot; value=&quot;263&quot;/&gt;&lt;/object&gt;&lt;object type=&quot;3&quot; unique_id=&quot;19605&quot;&gt;&lt;property id=&quot;20148&quot; value=&quot;5&quot;/&gt;&lt;property id=&quot;20300&quot; value=&quot;Slide 8&quot;/&gt;&lt;property id=&quot;20307&quot; value=&quot;271&quot;/&gt;&lt;/object&gt;&lt;object type=&quot;3&quot; unique_id=&quot;21345&quot;&gt;&lt;property id=&quot;20148&quot; value=&quot;5&quot;/&gt;&lt;property id=&quot;20300&quot; value=&quot;Slide 7&quot;/&gt;&lt;property id=&quot;20307&quot; value=&quot;272&quot;/&gt;&lt;/object&gt;&lt;object type=&quot;3&quot; unique_id=&quot;21346&quot;&gt;&lt;property id=&quot;20148&quot; value=&quot;5&quot;/&gt;&lt;property id=&quot;20300&quot; value=&quot;Slide 9&quot;/&gt;&lt;property id=&quot;20307&quot; value=&quot;278&quot;/&gt;&lt;/object&gt;&lt;object type=&quot;3&quot; unique_id=&quot;21348&quot;&gt;&lt;property id=&quot;20148&quot; value=&quot;5&quot;/&gt;&lt;property id=&quot;20300&quot; value=&quot;Slide 10&quot;/&gt;&lt;property id=&quot;20307&quot; value=&quot;275&quot;/&gt;&lt;/object&gt;&lt;object type=&quot;3&quot; unique_id=&quot;21349&quot;&gt;&lt;property id=&quot;20148&quot; value=&quot;5&quot;/&gt;&lt;property id=&quot;20300&quot; value=&quot;Slide 11&quot;/&gt;&lt;property id=&quot;20307&quot; value=&quot;274&quot;/&gt;&lt;/object&gt;&lt;object type=&quot;3&quot; unique_id=&quot;21350&quot;&gt;&lt;property id=&quot;20148&quot; value=&quot;5&quot;/&gt;&lt;property id=&quot;20300&quot; value=&quot;Slide 12&quot;/&gt;&lt;property id=&quot;20307&quot; value=&quot;276&quot;/&gt;&lt;/object&gt;&lt;object type=&quot;3&quot; unique_id=&quot;21351&quot;&gt;&lt;property id=&quot;20148&quot; value=&quot;5&quot;/&gt;&lt;property id=&quot;20300&quot; value=&quot;Slide 13&quot;/&gt;&lt;property id=&quot;20307&quot; value=&quot;279&quot;/&gt;&lt;/object&gt;&lt;object type=&quot;3&quot; unique_id=&quot;21352&quot;&gt;&lt;property id=&quot;20148&quot; value=&quot;5&quot;/&gt;&lt;property id=&quot;20300&quot; value=&quot;Slide 14&quot;/&gt;&lt;property id=&quot;20307&quot; value=&quot;280&quot;/&gt;&lt;/object&gt;&lt;object type=&quot;3&quot; unique_id=&quot;21353&quot;&gt;&lt;property id=&quot;20148&quot; value=&quot;5&quot;/&gt;&lt;property id=&quot;20300&quot; value=&quot;Slide 15&quot;/&gt;&lt;property id=&quot;20307&quot; value=&quot;277&quot;/&gt;&lt;/object&gt;&lt;object type=&quot;3&quot; unique_id=&quot;21444&quot;&gt;&lt;property id=&quot;20148&quot; value=&quot;5&quot;/&gt;&lt;property id=&quot;20300&quot; value=&quot;Slide 2&quot;/&gt;&lt;property id=&quot;20307&quot; value=&quot;281&quot;/&gt;&lt;/object&gt;&lt;object type=&quot;3&quot; unique_id=&quot;21445&quot;&gt;&lt;property id=&quot;20148&quot; value=&quot;5&quot;/&gt;&lt;property id=&quot;20300&quot; value=&quot;Slide 3&quot;/&gt;&lt;property id=&quot;20307&quot; value=&quot;282&quot;/&gt;&lt;/object&gt;&lt;object type=&quot;3&quot; unique_id=&quot;21446&quot;&gt;&lt;property id=&quot;20148&quot; value=&quot;5&quot;/&gt;&lt;property id=&quot;20300&quot; value=&quot;Slide 4&quot;/&gt;&lt;property id=&quot;20307&quot; value=&quot;283&quot;/&gt;&lt;/object&gt;&lt;object type=&quot;3&quot; unique_id=&quot;21447&quot;&gt;&lt;property id=&quot;20148&quot; value=&quot;5&quot;/&gt;&lt;property id=&quot;20300&quot; value=&quot;Slide 5&quot;/&gt;&lt;property id=&quot;20307&quot; value=&quot;284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0</TotalTime>
  <Words>388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r0c0i Linotte Bold</vt:lpstr>
      <vt:lpstr>r0c0i Linotte SemiBold</vt:lpstr>
      <vt:lpstr>Arial</vt:lpstr>
      <vt:lpstr>Calibri</vt:lpstr>
      <vt:lpstr>Euphemia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2014-08-27T07:24:43Z</dcterms:created>
  <dcterms:modified xsi:type="dcterms:W3CDTF">2025-07-18T08:07:21Z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TC034313809991</vt:lpwstr>
  </property>
</Properties>
</file>