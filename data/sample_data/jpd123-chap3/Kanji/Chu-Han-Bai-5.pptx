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2"/>
  </p:sldMasterIdLst>
  <p:notesMasterIdLst>
    <p:notesMasterId r:id="rId16"/>
  </p:notesMasterIdLst>
  <p:handoutMasterIdLst>
    <p:handoutMasterId r:id="rId17"/>
  </p:handoutMasterIdLst>
  <p:sldIdLst>
    <p:sldId id="256" r:id="rId3"/>
    <p:sldId id="258" r:id="rId4"/>
    <p:sldId id="259" r:id="rId5"/>
    <p:sldId id="260" r:id="rId6"/>
    <p:sldId id="261" r:id="rId7"/>
    <p:sldId id="262" r:id="rId8"/>
    <p:sldId id="273" r:id="rId9"/>
    <p:sldId id="265" r:id="rId10"/>
    <p:sldId id="266" r:id="rId11"/>
    <p:sldId id="267" r:id="rId12"/>
    <p:sldId id="274" r:id="rId13"/>
    <p:sldId id="275" r:id="rId14"/>
    <p:sldId id="276" r:id="rId15"/>
  </p:sldIdLst>
  <p:sldSz cx="12188825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>
      <p:cViewPr varScale="1">
        <p:scale>
          <a:sx n="39" d="100"/>
          <a:sy n="39" d="100"/>
        </p:scale>
        <p:origin x="56" y="6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9ACC-BB8B-40BD-9C3D-7515A99833BA}" type="datetimeFigureOut">
              <a:rPr lang="en-US"/>
              <a:t>7/31/2025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B09C-4EB4-4858-8C5D-928515EB5FA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470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3F5D-6129-4745-AD27-E1F8E3F0C4BE}" type="datetimeFigureOut">
              <a:rPr lang="en-US"/>
              <a:t>7/31/2025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0D2E-0C1A-4418-8763-9BB732EB1D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36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1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2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9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9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75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B9F7-FE8F-4CB7-B90F-B7A115B006F6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8EBC-E876-4F75-A8E2-294E5800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66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2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2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1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67DBB-F8DB-48F4-997A-49FAD7ECC765}" type="datetime1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884F-698C-4153-AB67-9A0F214F106F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EA86-1680-48AE-B31F-3E3431F3A32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1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38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147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45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20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646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2550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4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01A9C7-C274-4F50-89C9-83BDB06EDB81}" type="datetime1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84412" y="12954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3956" y="3753280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45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76192" y="1261209"/>
            <a:ext cx="3833838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02510" y="607707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(TIÊN)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3645" y="576616"/>
            <a:ext cx="2738931" cy="4319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せん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23645" y="5214818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さき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91ECA6C-4277-4DC9-A336-70B013D88EB5}"/>
              </a:ext>
            </a:extLst>
          </p:cNvPr>
          <p:cNvSpPr/>
          <p:nvPr/>
        </p:nvSpPr>
        <p:spPr>
          <a:xfrm>
            <a:off x="6511924" y="804009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en-VN" sz="2800" b="1" dirty="0"/>
              <a:t>先</a:t>
            </a:r>
            <a:r>
              <a:rPr lang="ja-JP" altLang="en-US" sz="2800" b="1" dirty="0">
                <a:solidFill>
                  <a:prstClr val="black"/>
                </a:solidFill>
              </a:rPr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さき</a:t>
            </a:r>
            <a:r>
              <a:rPr lang="ja-JP" altLang="en-US" sz="2800" b="1" dirty="0">
                <a:solidFill>
                  <a:prstClr val="black"/>
                </a:solidFill>
              </a:rPr>
              <a:t>）：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</a:rPr>
              <a:t>Trước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7D35C-238E-4437-8588-48FACBD17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2103">
            <a:off x="7265077" y="4550058"/>
            <a:ext cx="4335333" cy="16021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52904B4-53F2-41BB-8369-1EDD684B6923}"/>
              </a:ext>
            </a:extLst>
          </p:cNvPr>
          <p:cNvSpPr/>
          <p:nvPr/>
        </p:nvSpPr>
        <p:spPr>
          <a:xfrm>
            <a:off x="6511922" y="2148915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先生</a:t>
            </a:r>
            <a:r>
              <a:rPr lang="ja-JP" altLang="en-US" sz="2800" b="1" dirty="0">
                <a:solidFill>
                  <a:prstClr val="black"/>
                </a:solidFill>
              </a:rPr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せんせい</a:t>
            </a:r>
            <a:r>
              <a:rPr lang="ja-JP" altLang="en-US" sz="2800" b="1" dirty="0">
                <a:solidFill>
                  <a:prstClr val="black"/>
                </a:solidFill>
              </a:rPr>
              <a:t>）：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</a:rPr>
              <a:t>Thầy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giáo</a:t>
            </a:r>
            <a:r>
              <a:rPr lang="en-US" sz="2800" b="1" dirty="0">
                <a:solidFill>
                  <a:prstClr val="black"/>
                </a:solidFill>
              </a:rPr>
              <a:t>, </a:t>
            </a:r>
            <a:r>
              <a:rPr lang="en-US" sz="2800" b="1" dirty="0" err="1">
                <a:solidFill>
                  <a:prstClr val="black"/>
                </a:solidFill>
              </a:rPr>
              <a:t>cô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giáo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FFC4D906-7FB8-4A37-9452-76B48877590B}"/>
              </a:ext>
            </a:extLst>
          </p:cNvPr>
          <p:cNvSpPr/>
          <p:nvPr/>
        </p:nvSpPr>
        <p:spPr>
          <a:xfrm>
            <a:off x="6511922" y="3499265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先日</a:t>
            </a:r>
            <a:r>
              <a:rPr lang="ja-JP" altLang="en-US" sz="2800" b="1" dirty="0">
                <a:solidFill>
                  <a:prstClr val="black"/>
                </a:solidFill>
              </a:rPr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せんじつ</a:t>
            </a:r>
            <a:r>
              <a:rPr lang="ja-JP" altLang="en-US" sz="2800" b="1" dirty="0">
                <a:solidFill>
                  <a:prstClr val="black"/>
                </a:solidFill>
              </a:rPr>
              <a:t>）： 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 err="1">
                <a:solidFill>
                  <a:prstClr val="black"/>
                </a:solidFill>
              </a:rPr>
              <a:t>Hôm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trước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124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065211" y="1302264"/>
            <a:ext cx="4206853" cy="380313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82564" y="613964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(CHU)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0947" y="48975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しゅう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AA9FB46-01D5-4CAA-B286-6E568CC4012D}"/>
              </a:ext>
            </a:extLst>
          </p:cNvPr>
          <p:cNvSpPr/>
          <p:nvPr/>
        </p:nvSpPr>
        <p:spPr>
          <a:xfrm>
            <a:off x="6627810" y="1099358"/>
            <a:ext cx="4206853" cy="10978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2800" b="1" dirty="0"/>
              <a:t>先週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せんしゅう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Tuần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trước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4DE4BA-79FF-4E21-A1FE-523916624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4663">
            <a:off x="6840288" y="4386405"/>
            <a:ext cx="4742591" cy="17745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A2AB22-DA2D-46F9-84F4-E28D20C37DED}"/>
              </a:ext>
            </a:extLst>
          </p:cNvPr>
          <p:cNvSpPr/>
          <p:nvPr/>
        </p:nvSpPr>
        <p:spPr>
          <a:xfrm>
            <a:off x="6627810" y="2665135"/>
            <a:ext cx="4206853" cy="10978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一週間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いっしゅうかん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Khoảng</a:t>
            </a:r>
            <a:r>
              <a:rPr lang="en-US" altLang="ja-JP" sz="2800" b="1" dirty="0">
                <a:solidFill>
                  <a:schemeClr val="tx1"/>
                </a:solidFill>
              </a:rPr>
              <a:t> 1 </a:t>
            </a:r>
            <a:r>
              <a:rPr lang="en-US" altLang="ja-JP" sz="2800" b="1" dirty="0" err="1">
                <a:solidFill>
                  <a:schemeClr val="tx1"/>
                </a:solidFill>
              </a:rPr>
              <a:t>tuần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71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89011" y="1275761"/>
            <a:ext cx="3794083" cy="3976437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83249" y="618185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(MỖI)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4812" y="506133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まい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04405711-1293-4571-ABAD-31B306493B94}"/>
              </a:ext>
            </a:extLst>
          </p:cNvPr>
          <p:cNvSpPr/>
          <p:nvPr/>
        </p:nvSpPr>
        <p:spPr>
          <a:xfrm>
            <a:off x="6519045" y="975181"/>
            <a:ext cx="4495802" cy="7303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毎日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まいにち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Mỗi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ngày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4196E4-6273-4396-B20D-A885FDE7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611" y="4926176"/>
            <a:ext cx="4118440" cy="14963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80BC075E-D3A4-4520-96D9-33244D7D3F55}"/>
              </a:ext>
            </a:extLst>
          </p:cNvPr>
          <p:cNvSpPr/>
          <p:nvPr/>
        </p:nvSpPr>
        <p:spPr>
          <a:xfrm>
            <a:off x="6519045" y="1936983"/>
            <a:ext cx="4495802" cy="7303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毎週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まいしゅう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Mỗi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tuần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356CD9F2-3278-4EB4-BEDA-2296889CCAB6}"/>
              </a:ext>
            </a:extLst>
          </p:cNvPr>
          <p:cNvSpPr/>
          <p:nvPr/>
        </p:nvSpPr>
        <p:spPr>
          <a:xfrm>
            <a:off x="6479267" y="2898785"/>
            <a:ext cx="4495802" cy="7303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毎月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まいつき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Mỗi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tháng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03C1E76D-54B2-4100-95EE-B6EA66EB1CC9}"/>
              </a:ext>
            </a:extLst>
          </p:cNvPr>
          <p:cNvSpPr/>
          <p:nvPr/>
        </p:nvSpPr>
        <p:spPr>
          <a:xfrm>
            <a:off x="6479267" y="3880972"/>
            <a:ext cx="4495802" cy="7303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毎年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まいとし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Mỗi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năm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97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1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97476" y="1419250"/>
            <a:ext cx="3844860" cy="372686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29306" y="6194079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(NGỌ)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0868" y="578302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ご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1B8C18B0-A046-4F88-A5C7-49852D33716C}"/>
              </a:ext>
            </a:extLst>
          </p:cNvPr>
          <p:cNvSpPr/>
          <p:nvPr/>
        </p:nvSpPr>
        <p:spPr>
          <a:xfrm>
            <a:off x="6522808" y="207216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午前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ごぜん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Buổi</a:t>
            </a:r>
            <a:r>
              <a:rPr lang="en-US" sz="2800" dirty="0"/>
              <a:t> </a:t>
            </a:r>
            <a:r>
              <a:rPr lang="en-US" sz="2800" dirty="0" err="1"/>
              <a:t>sáng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A9E49F-D263-44F1-9759-B5565B0C8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94141">
            <a:off x="7212932" y="4538831"/>
            <a:ext cx="4306944" cy="16872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483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81997" y="1417482"/>
            <a:ext cx="4010967" cy="3781232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11350" y="625618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(HẬU)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7014" y="5334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ご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59097" y="5278806"/>
            <a:ext cx="2790327" cy="89728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うし・ろ</a:t>
            </a:r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あと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59D10800-64C6-46E6-89C0-F9A3D9E24332}"/>
              </a:ext>
            </a:extLst>
          </p:cNvPr>
          <p:cNvSpPr/>
          <p:nvPr/>
        </p:nvSpPr>
        <p:spPr>
          <a:xfrm>
            <a:off x="6551612" y="884082"/>
            <a:ext cx="4206853" cy="9447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午後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ごご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Buổi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chiều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CED5CE39-62EB-411B-91FD-212C27490794}"/>
              </a:ext>
            </a:extLst>
          </p:cNvPr>
          <p:cNvSpPr/>
          <p:nvPr/>
        </p:nvSpPr>
        <p:spPr>
          <a:xfrm>
            <a:off x="6551612" y="1993255"/>
            <a:ext cx="4206853" cy="1066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前後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ぜんご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Đầu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cuối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trước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sau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55B0D0-5FE3-4D28-BFDE-A525CBE6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2884">
            <a:off x="6953754" y="4453986"/>
            <a:ext cx="4784380" cy="1845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BBFD81EB-9C33-4A53-B14E-956BEFE99CF4}"/>
              </a:ext>
            </a:extLst>
          </p:cNvPr>
          <p:cNvSpPr/>
          <p:nvPr/>
        </p:nvSpPr>
        <p:spPr>
          <a:xfrm>
            <a:off x="6607207" y="3224510"/>
            <a:ext cx="4206853" cy="1066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後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うし・ろ</a:t>
            </a:r>
            <a:r>
              <a:rPr lang="en-US" altLang="ja-JP" sz="2800" b="1" dirty="0">
                <a:solidFill>
                  <a:schemeClr val="tx1"/>
                </a:solidFill>
              </a:rPr>
              <a:t>/</a:t>
            </a:r>
            <a:r>
              <a:rPr lang="ja-JP" altLang="en-US" sz="2800" b="1" dirty="0">
                <a:solidFill>
                  <a:schemeClr val="tx1"/>
                </a:solidFill>
              </a:rPr>
              <a:t>あと</a:t>
            </a:r>
            <a:r>
              <a:rPr lang="en-US" altLang="ja-JP" sz="2800" b="1" dirty="0">
                <a:solidFill>
                  <a:schemeClr val="tx1"/>
                </a:solidFill>
              </a:rPr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</a:p>
          <a:p>
            <a:pPr algn="ctr"/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Sau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0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63177" y="1036191"/>
            <a:ext cx="3842628" cy="3506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02329" y="6233475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(KIẾN)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3891" y="530665"/>
            <a:ext cx="2198076" cy="44224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けん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367920" y="4600763"/>
            <a:ext cx="4050018" cy="1574860"/>
          </a:xfrm>
          <a:prstGeom prst="roundRect">
            <a:avLst>
              <a:gd name="adj" fmla="val 30241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み・ます</a:t>
            </a:r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み・えます</a:t>
            </a:r>
            <a:endParaRPr lang="en-US" altLang="ja-JP" sz="36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み・せます</a:t>
            </a:r>
            <a:endParaRPr lang="en-US" sz="3600" b="1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7FD5AD7-A969-463C-A9CF-827E7153A603}"/>
              </a:ext>
            </a:extLst>
          </p:cNvPr>
          <p:cNvSpPr/>
          <p:nvPr/>
        </p:nvSpPr>
        <p:spPr>
          <a:xfrm>
            <a:off x="6618795" y="149883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en-VN" sz="2800" b="1" dirty="0"/>
              <a:t>見学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けんがく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Tham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quan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để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học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hỏi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D17942-BFAE-4C30-8029-C8AE65D62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8564">
            <a:off x="6850575" y="4495624"/>
            <a:ext cx="4577611" cy="1762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C04C6C-6EB4-42C8-9655-DB6D83B4E4FC}"/>
              </a:ext>
            </a:extLst>
          </p:cNvPr>
          <p:cNvSpPr/>
          <p:nvPr/>
        </p:nvSpPr>
        <p:spPr>
          <a:xfrm>
            <a:off x="6624519" y="2930926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en-VN" sz="2800" b="1" dirty="0"/>
              <a:t>見ます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みます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Nhìn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31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17613" y="1278122"/>
            <a:ext cx="3962400" cy="390347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77399" y="612865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(THỰC)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8961" y="562861"/>
            <a:ext cx="2198076" cy="51612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しょく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7B1F09-3840-442B-A04A-92B5D97306BE}"/>
              </a:ext>
            </a:extLst>
          </p:cNvPr>
          <p:cNvSpPr/>
          <p:nvPr/>
        </p:nvSpPr>
        <p:spPr>
          <a:xfrm>
            <a:off x="6678351" y="182880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食事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しょくじ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bữa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FF460EDC-EBEC-4880-BE02-AE6DA1968E6C}"/>
              </a:ext>
            </a:extLst>
          </p:cNvPr>
          <p:cNvSpPr/>
          <p:nvPr/>
        </p:nvSpPr>
        <p:spPr>
          <a:xfrm>
            <a:off x="2055812" y="5397068"/>
            <a:ext cx="2630051" cy="54653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た・べます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542631-850B-4EF7-92A5-AE4C909C3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41814">
            <a:off x="6734303" y="4562152"/>
            <a:ext cx="4749567" cy="16698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594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62819" y="1485900"/>
            <a:ext cx="3984062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4250" y="6174372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(ẨM)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5812" y="68362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C6213CC-4FEA-460A-A9EE-DA84FD99C9B8}"/>
              </a:ext>
            </a:extLst>
          </p:cNvPr>
          <p:cNvSpPr/>
          <p:nvPr/>
        </p:nvSpPr>
        <p:spPr>
          <a:xfrm>
            <a:off x="6475412" y="1031638"/>
            <a:ext cx="4206853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飲食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いんしょく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Ăn</a:t>
            </a:r>
            <a:r>
              <a:rPr lang="en-US" sz="2800" dirty="0"/>
              <a:t> </a:t>
            </a:r>
            <a:r>
              <a:rPr lang="en-US" sz="2800" dirty="0" err="1"/>
              <a:t>uống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57C138D3-65FB-4712-B2B5-A67EBA76F5A8}"/>
              </a:ext>
            </a:extLst>
          </p:cNvPr>
          <p:cNvSpPr/>
          <p:nvPr/>
        </p:nvSpPr>
        <p:spPr>
          <a:xfrm>
            <a:off x="1624794" y="5412372"/>
            <a:ext cx="3081771" cy="4572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の・みます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650D4-8949-4FDC-9B5D-C3E3C00FC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80196">
            <a:off x="7106468" y="4648072"/>
            <a:ext cx="4398324" cy="15285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44851-C72E-4506-9F2A-D86A951A3581}"/>
              </a:ext>
            </a:extLst>
          </p:cNvPr>
          <p:cNvSpPr/>
          <p:nvPr/>
        </p:nvSpPr>
        <p:spPr>
          <a:xfrm>
            <a:off x="6475412" y="2230319"/>
            <a:ext cx="4206853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飲み水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のみみず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Nước</a:t>
            </a:r>
            <a:r>
              <a:rPr lang="en-US" sz="2800" dirty="0"/>
              <a:t> </a:t>
            </a:r>
            <a:r>
              <a:rPr lang="en-US" sz="2800" dirty="0" err="1"/>
              <a:t>uống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63CE0DF-F0E4-4056-B155-A47049E92FC2}"/>
              </a:ext>
            </a:extLst>
          </p:cNvPr>
          <p:cNvSpPr/>
          <p:nvPr/>
        </p:nvSpPr>
        <p:spPr>
          <a:xfrm>
            <a:off x="6475412" y="3429000"/>
            <a:ext cx="4206853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飲みます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の・みます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Uống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35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18800" y="1325988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61186" y="621562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(MÃI)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2748" y="544204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ばい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18724" y="1752600"/>
            <a:ext cx="4013613" cy="1192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買</a:t>
            </a:r>
            <a:r>
              <a:rPr lang="ja-JP" altLang="en-US" sz="2800" b="1" dirty="0">
                <a:solidFill>
                  <a:schemeClr val="tx1"/>
                </a:solidFill>
              </a:rPr>
              <a:t>います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か・います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Mua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A0A57C84-1D77-4401-8FCB-0545E47795E3}"/>
              </a:ext>
            </a:extLst>
          </p:cNvPr>
          <p:cNvSpPr/>
          <p:nvPr/>
        </p:nvSpPr>
        <p:spPr>
          <a:xfrm>
            <a:off x="2163081" y="5433836"/>
            <a:ext cx="2590801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か・います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15A72C-30D8-4E5E-9C62-D7DB19A91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18437">
            <a:off x="7476858" y="4552446"/>
            <a:ext cx="3946853" cy="1549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69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44979" y="1295976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89260" y="6232153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(VẬT)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2748" y="544204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ぶつ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441421" y="808799"/>
            <a:ext cx="4699727" cy="10200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買い物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かいもの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  <a:r>
              <a:rPr lang="en-US" sz="2800" b="1" dirty="0" err="1">
                <a:solidFill>
                  <a:schemeClr val="tx1"/>
                </a:solidFill>
              </a:rPr>
              <a:t>Mua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sắm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15">
            <a:extLst>
              <a:ext uri="{FF2B5EF4-FFF2-40B4-BE49-F238E27FC236}">
                <a16:creationId xmlns:a16="http://schemas.microsoft.com/office/drawing/2014/main" id="{10FD3F42-8564-45AD-81EC-9B8DFB05DCAA}"/>
              </a:ext>
            </a:extLst>
          </p:cNvPr>
          <p:cNvSpPr/>
          <p:nvPr/>
        </p:nvSpPr>
        <p:spPr>
          <a:xfrm>
            <a:off x="2180822" y="5373812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もの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B3A378-F77D-4244-8E7F-FA846DC6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77865">
            <a:off x="7373057" y="4533413"/>
            <a:ext cx="4208940" cy="15952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68F9A238-376B-4219-AB9F-2B4F45607EB2}"/>
              </a:ext>
            </a:extLst>
          </p:cNvPr>
          <p:cNvSpPr/>
          <p:nvPr/>
        </p:nvSpPr>
        <p:spPr>
          <a:xfrm>
            <a:off x="6441421" y="2133601"/>
            <a:ext cx="4699727" cy="10200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食べ物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たべもの</a:t>
            </a:r>
            <a:r>
              <a:rPr lang="en-US" altLang="ja-JP" sz="2800" b="1" dirty="0">
                <a:solidFill>
                  <a:schemeClr val="tx1"/>
                </a:solidFill>
              </a:rPr>
              <a:t>): </a:t>
            </a:r>
            <a:r>
              <a:rPr lang="en-US" sz="2800" b="1" dirty="0" err="1">
                <a:solidFill>
                  <a:schemeClr val="tx1"/>
                </a:solidFill>
              </a:rPr>
              <a:t>Đồ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ăn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3409604-D9F1-43B3-9122-1CE6DB368EFA}"/>
              </a:ext>
            </a:extLst>
          </p:cNvPr>
          <p:cNvSpPr/>
          <p:nvPr/>
        </p:nvSpPr>
        <p:spPr>
          <a:xfrm>
            <a:off x="6441422" y="3463853"/>
            <a:ext cx="4699726" cy="10200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飲み物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のみもの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  <a:r>
              <a:rPr lang="en-US" altLang="ja-JP" sz="2800" b="1" dirty="0" err="1">
                <a:solidFill>
                  <a:schemeClr val="tx1"/>
                </a:solidFill>
              </a:rPr>
              <a:t>Đồ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uống</a:t>
            </a:r>
            <a:endParaRPr lang="en-US" altLang="ja-JP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7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10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17786" y="1266759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26957" y="6060467"/>
            <a:ext cx="2649658" cy="620404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(HÀNH/HÀNG)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5554" y="55538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こう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18724" y="1752600"/>
            <a:ext cx="4013613" cy="1192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dirty="0"/>
              <a:t>行</a:t>
            </a:r>
            <a:r>
              <a:rPr lang="ja-JP" altLang="en-US" sz="2800" b="1" dirty="0">
                <a:solidFill>
                  <a:schemeClr val="tx1"/>
                </a:solidFill>
              </a:rPr>
              <a:t>きます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い・きます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 err="1">
                <a:solidFill>
                  <a:schemeClr val="tx1"/>
                </a:solidFill>
              </a:rPr>
              <a:t>Đi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7D9FA94F-047E-47C2-873E-0B1C3221901B}"/>
              </a:ext>
            </a:extLst>
          </p:cNvPr>
          <p:cNvSpPr/>
          <p:nvPr/>
        </p:nvSpPr>
        <p:spPr>
          <a:xfrm>
            <a:off x="2026957" y="5362640"/>
            <a:ext cx="2649658" cy="45720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い・きます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61E05C-82C6-4D12-97A0-1E019DD9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99427">
            <a:off x="7280654" y="4559492"/>
            <a:ext cx="4220052" cy="16062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026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56488" y="1174044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52748" y="6269133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(HƯU)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2748" y="544204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きゅう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800807" y="1389807"/>
            <a:ext cx="4013613" cy="1192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休日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きゅうじつ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 err="1">
                <a:solidFill>
                  <a:schemeClr val="tx1"/>
                </a:solidFill>
              </a:rPr>
              <a:t>Ngày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nghỉ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A90BAA1D-D73E-40E3-B51B-2457FA55F453}"/>
              </a:ext>
            </a:extLst>
          </p:cNvPr>
          <p:cNvSpPr/>
          <p:nvPr/>
        </p:nvSpPr>
        <p:spPr>
          <a:xfrm>
            <a:off x="1744330" y="5077618"/>
            <a:ext cx="3237927" cy="114319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やす・みます</a:t>
            </a:r>
            <a:endParaRPr lang="en-US" altLang="ja-JP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やす・み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6ADD4F-DF9C-4302-A7EE-1593542A8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09243">
            <a:off x="6977347" y="4402275"/>
            <a:ext cx="4626184" cy="17416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268931D-839B-4625-90EB-42821B0807E8}"/>
              </a:ext>
            </a:extLst>
          </p:cNvPr>
          <p:cNvSpPr/>
          <p:nvPr/>
        </p:nvSpPr>
        <p:spPr>
          <a:xfrm>
            <a:off x="6800806" y="2832568"/>
            <a:ext cx="4013613" cy="1192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休みの日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やすみのひ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 err="1">
                <a:solidFill>
                  <a:schemeClr val="tx1"/>
                </a:solidFill>
              </a:rPr>
              <a:t>Ngày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nghỉ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11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11" grpId="0" animBg="1"/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MMPROD_NEXTUNIQUEID" val="10011"/>
  <p:tag name="MMPROD_UIDATA" val="&lt;database version=&quot;9.0&quot;&gt;&lt;object type=&quot;1&quot; unique_id=&quot;10001&quot;&gt;&lt;object type=&quot;8&quot; unique_id=&quot;10518&quot;&gt;&lt;/object&gt;&lt;object type=&quot;2&quot; unique_id=&quot;10519&quot;&gt;&lt;object type=&quot;3&quot; unique_id=&quot;10520&quot;&gt;&lt;property id=&quot;20148&quot; value=&quot;5&quot;/&gt;&lt;property id=&quot;20300&quot; value=&quot;Slide 1&quot;/&gt;&lt;property id=&quot;20307&quot; value=&quot;256&quot;/&gt;&lt;/object&gt;&lt;object type=&quot;3&quot; unique_id=&quot;10523&quot;&gt;&lt;property id=&quot;20148&quot; value=&quot;5&quot;/&gt;&lt;property id=&quot;20300&quot; value=&quot;Slide 2&quot;/&gt;&lt;property id=&quot;20307&quot; value=&quot;258&quot;/&gt;&lt;/object&gt;&lt;object type=&quot;3&quot; unique_id=&quot;10524&quot;&gt;&lt;property id=&quot;20148&quot; value=&quot;5&quot;/&gt;&lt;property id=&quot;20300&quot; value=&quot;Slide 3&quot;/&gt;&lt;property id=&quot;20307&quot; value=&quot;259&quot;/&gt;&lt;/object&gt;&lt;object type=&quot;3&quot; unique_id=&quot;10525&quot;&gt;&lt;property id=&quot;20148&quot; value=&quot;5&quot;/&gt;&lt;property id=&quot;20300&quot; value=&quot;Slide 4&quot;/&gt;&lt;property id=&quot;20307&quot; value=&quot;260&quot;/&gt;&lt;/object&gt;&lt;object type=&quot;3&quot; unique_id=&quot;10526&quot;&gt;&lt;property id=&quot;20148&quot; value=&quot;5&quot;/&gt;&lt;property id=&quot;20300&quot; value=&quot;Slide 5&quot;/&gt;&lt;property id=&quot;20307&quot; value=&quot;261&quot;/&gt;&lt;/object&gt;&lt;object type=&quot;3&quot; unique_id=&quot;10527&quot;&gt;&lt;property id=&quot;20148&quot; value=&quot;5&quot;/&gt;&lt;property id=&quot;20300&quot; value=&quot;Slide 6&quot;/&gt;&lt;property id=&quot;20307&quot; value=&quot;262&quot;/&gt;&lt;/object&gt;&lt;object type=&quot;3&quot; unique_id=&quot;20754&quot;&gt;&lt;property id=&quot;20148&quot; value=&quot;5&quot;/&gt;&lt;property id=&quot;20300&quot; value=&quot;Slide 8&quot;/&gt;&lt;property id=&quot;20307&quot; value=&quot;265&quot;/&gt;&lt;/object&gt;&lt;object type=&quot;3&quot; unique_id=&quot;20755&quot;&gt;&lt;property id=&quot;20148&quot; value=&quot;5&quot;/&gt;&lt;property id=&quot;20300&quot; value=&quot;Slide 9&quot;/&gt;&lt;property id=&quot;20307&quot; value=&quot;266&quot;/&gt;&lt;/object&gt;&lt;object type=&quot;3&quot; unique_id=&quot;20756&quot;&gt;&lt;property id=&quot;20148&quot; value=&quot;5&quot;/&gt;&lt;property id=&quot;20300&quot; value=&quot;Slide 10&quot;/&gt;&lt;property id=&quot;20307&quot; value=&quot;267&quot;/&gt;&lt;/object&gt;&lt;object type=&quot;3&quot; unique_id=&quot;20757&quot;&gt;&lt;property id=&quot;20148&quot; value=&quot;5&quot;/&gt;&lt;property id=&quot;20300&quot; value=&quot;Slide 11&quot;/&gt;&lt;property id=&quot;20307&quot; value=&quot;268&quot;/&gt;&lt;/object&gt;&lt;object type=&quot;3&quot; unique_id=&quot;20758&quot;&gt;&lt;property id=&quot;20148&quot; value=&quot;5&quot;/&gt;&lt;property id=&quot;20300&quot; value=&quot;Slide 12&quot;/&gt;&lt;property id=&quot;20307&quot; value=&quot;269&quot;/&gt;&lt;/object&gt;&lt;object type=&quot;3&quot; unique_id=&quot;20759&quot;&gt;&lt;property id=&quot;20148&quot; value=&quot;5&quot;/&gt;&lt;property id=&quot;20300&quot; value=&quot;Slide 13&quot;/&gt;&lt;property id=&quot;20307&quot; value=&quot;270&quot;/&gt;&lt;/object&gt;&lt;object type=&quot;3&quot; unique_id=&quot;20760&quot;&gt;&lt;property id=&quot;20148&quot; value=&quot;5&quot;/&gt;&lt;property id=&quot;20300&quot; value=&quot;Slide 14&quot;/&gt;&lt;property id=&quot;20307&quot; value=&quot;271&quot;/&gt;&lt;/object&gt;&lt;object type=&quot;3&quot; unique_id=&quot;20821&quot;&gt;&lt;property id=&quot;20148&quot; value=&quot;5&quot;/&gt;&lt;property id=&quot;20300&quot; value=&quot;Slide 7&quot;/&gt;&lt;property id=&quot;20307&quot; value=&quot;273&quot;/&gt;&lt;/object&gt;&lt;object type=&quot;3&quot; unique_id=&quot;20822&quot;&gt;&lt;property id=&quot;20148&quot; value=&quot;5&quot;/&gt;&lt;property id=&quot;20300&quot; value=&quot;Slide 15&quot;/&gt;&lt;property id=&quot;20307&quot; value=&quot;272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A2A3AC6-1A45-42F7-8976-E15E36AD8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449</Words>
  <Application>Microsoft Office PowerPoint</Application>
  <PresentationFormat>Custom</PresentationFormat>
  <Paragraphs>104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HGMaruGothicMPRO</vt:lpstr>
      <vt:lpstr>NtMotoyaKyotai</vt:lpstr>
      <vt:lpstr>Arial</vt:lpstr>
      <vt:lpstr>Arial Rounded MT Bold</vt:lpstr>
      <vt:lpstr>Calibri</vt:lpstr>
      <vt:lpstr>Constantia</vt:lpstr>
      <vt:lpstr>Garamond</vt:lpstr>
      <vt:lpstr>Tahoma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2014-08-27T08:12:49Z</dcterms:created>
  <dcterms:modified xsi:type="dcterms:W3CDTF">2025-07-31T15:46:05Z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TC028952639991</vt:lpwstr>
  </property>
</Properties>
</file>