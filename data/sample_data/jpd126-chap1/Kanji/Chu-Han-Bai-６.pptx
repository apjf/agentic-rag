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2"/>
  </p:sldMasterIdLst>
  <p:notesMasterIdLst>
    <p:notesMasterId r:id="rId19"/>
  </p:notesMasterIdLst>
  <p:handoutMasterIdLst>
    <p:handoutMasterId r:id="rId20"/>
  </p:handoutMasterIdLst>
  <p:sldIdLst>
    <p:sldId id="256" r:id="rId3"/>
    <p:sldId id="258" r:id="rId4"/>
    <p:sldId id="259" r:id="rId5"/>
    <p:sldId id="260" r:id="rId6"/>
    <p:sldId id="261" r:id="rId7"/>
    <p:sldId id="262" r:id="rId8"/>
    <p:sldId id="273" r:id="rId9"/>
    <p:sldId id="265" r:id="rId10"/>
    <p:sldId id="266" r:id="rId11"/>
    <p:sldId id="267" r:id="rId12"/>
    <p:sldId id="274" r:id="rId13"/>
    <p:sldId id="275" r:id="rId14"/>
    <p:sldId id="276" r:id="rId15"/>
    <p:sldId id="277" r:id="rId16"/>
    <p:sldId id="278" r:id="rId17"/>
    <p:sldId id="279" r:id="rId18"/>
  </p:sldIdLst>
  <p:sldSz cx="12188825" cy="6858000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>
      <p:cViewPr varScale="1">
        <p:scale>
          <a:sx n="39" d="100"/>
          <a:sy n="39" d="100"/>
        </p:scale>
        <p:origin x="52" y="6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59ACC-BB8B-40BD-9C3D-7515A99833BA}" type="datetimeFigureOut">
              <a:rPr lang="en-US"/>
              <a:t>8/2/2025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2B09C-4EB4-4858-8C5D-928515EB5FA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470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B3F5D-6129-4745-AD27-E1F8E3F0C4BE}" type="datetimeFigureOut">
              <a:rPr lang="en-US"/>
              <a:t>8/2/2025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0D2E-0C1A-4418-8763-9BB732EB1D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636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1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2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9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93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75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90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8/2/2025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24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B9F7-FE8F-4CB7-B90F-B7A115B006F6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8EBC-E876-4F75-A8E2-294E5800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2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66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6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2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2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41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2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67DBB-F8DB-48F4-997A-49FAD7ECC765}" type="datetime1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884F-698C-4153-AB67-9A0F214F106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EA86-1680-48AE-B31F-3E3431F3A32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1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4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438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147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3545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620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7646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2550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43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01A9C7-C274-4F50-89C9-83BDB06EDB81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284412" y="1295400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13956" y="3753280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45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76192" y="1261209"/>
            <a:ext cx="3833838" cy="37338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02510" y="607707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(KIM)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3645" y="576616"/>
            <a:ext cx="2738931" cy="4319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こん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23645" y="5214818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いま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691ECA6C-4277-4DC9-A336-70B013D88EB5}"/>
              </a:ext>
            </a:extLst>
          </p:cNvPr>
          <p:cNvSpPr/>
          <p:nvPr/>
        </p:nvSpPr>
        <p:spPr>
          <a:xfrm>
            <a:off x="6595544" y="798564"/>
            <a:ext cx="4442570" cy="124093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2800" b="1" dirty="0"/>
              <a:t>今、何時ですか。</a:t>
            </a:r>
            <a:endParaRPr lang="en-US" sz="2800" b="1" dirty="0"/>
          </a:p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いま、なんじですか</a:t>
            </a:r>
            <a:r>
              <a:rPr lang="ja-JP" altLang="en-US" sz="2800" b="1" dirty="0">
                <a:solidFill>
                  <a:prstClr val="black"/>
                </a:solidFill>
              </a:rPr>
              <a:t>）： 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Bây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giờ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là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mấy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alibri"/>
              </a:rPr>
              <a:t>giờ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C52904B4-53F2-41BB-8369-1EDD684B6923}"/>
              </a:ext>
            </a:extLst>
          </p:cNvPr>
          <p:cNvSpPr/>
          <p:nvPr/>
        </p:nvSpPr>
        <p:spPr>
          <a:xfrm>
            <a:off x="6570063" y="2350561"/>
            <a:ext cx="444257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en-VN" sz="2800" b="1" dirty="0"/>
              <a:t> </a:t>
            </a:r>
            <a:r>
              <a:rPr lang="en-VN" sz="2800" b="1" dirty="0">
                <a:solidFill>
                  <a:srgbClr val="FF0000"/>
                </a:solidFill>
              </a:rPr>
              <a:t>今年 </a:t>
            </a:r>
            <a:r>
              <a:rPr lang="ja-JP" altLang="en-US" sz="2800" b="1" dirty="0">
                <a:solidFill>
                  <a:srgbClr val="FF0000"/>
                </a:solidFill>
              </a:rPr>
              <a:t>（ことし）</a:t>
            </a:r>
            <a:r>
              <a:rPr lang="ja-JP" altLang="en-US" sz="2800" b="1" dirty="0">
                <a:solidFill>
                  <a:prstClr val="black"/>
                </a:solidFill>
              </a:rPr>
              <a:t>： 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b="1" dirty="0" err="1">
                <a:solidFill>
                  <a:prstClr val="black"/>
                </a:solidFill>
              </a:rPr>
              <a:t>Năm</a:t>
            </a:r>
            <a:r>
              <a:rPr lang="en-US" sz="2800" b="1" dirty="0">
                <a:solidFill>
                  <a:prstClr val="black"/>
                </a:solidFill>
              </a:rPr>
              <a:t> nay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FFC4D906-7FB8-4A37-9452-76B48877590B}"/>
              </a:ext>
            </a:extLst>
          </p:cNvPr>
          <p:cNvSpPr/>
          <p:nvPr/>
        </p:nvSpPr>
        <p:spPr>
          <a:xfrm>
            <a:off x="6595544" y="3576025"/>
            <a:ext cx="444257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en-VN" sz="2800" b="1" dirty="0"/>
              <a:t> </a:t>
            </a:r>
            <a:r>
              <a:rPr lang="en-VN" sz="2800" b="1" dirty="0">
                <a:solidFill>
                  <a:srgbClr val="FF0000"/>
                </a:solidFill>
              </a:rPr>
              <a:t>今日 </a:t>
            </a:r>
            <a:r>
              <a:rPr lang="ja-JP" altLang="en-US" sz="2800" b="1" dirty="0">
                <a:solidFill>
                  <a:srgbClr val="FF0000"/>
                </a:solidFill>
              </a:rPr>
              <a:t>（きょう）</a:t>
            </a:r>
            <a:r>
              <a:rPr lang="ja-JP" altLang="en-US" sz="2800" b="1" dirty="0">
                <a:solidFill>
                  <a:prstClr val="black"/>
                </a:solidFill>
              </a:rPr>
              <a:t>： 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b="1" dirty="0" err="1">
                <a:solidFill>
                  <a:prstClr val="black"/>
                </a:solidFill>
              </a:rPr>
              <a:t>Hôm</a:t>
            </a:r>
            <a:r>
              <a:rPr lang="en-US" sz="2800" b="1" dirty="0">
                <a:solidFill>
                  <a:prstClr val="black"/>
                </a:solidFill>
              </a:rPr>
              <a:t> nay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39ADCB-6215-4625-85AD-F92BB5E5F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96668">
            <a:off x="7246049" y="4649831"/>
            <a:ext cx="4333836" cy="15365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124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065211" y="1302264"/>
            <a:ext cx="4206853" cy="380313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82564" y="613964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(LAI)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0947" y="48975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らい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BAA9FB46-01D5-4CAA-B286-6E568CC4012D}"/>
              </a:ext>
            </a:extLst>
          </p:cNvPr>
          <p:cNvSpPr/>
          <p:nvPr/>
        </p:nvSpPr>
        <p:spPr>
          <a:xfrm>
            <a:off x="6627810" y="1099358"/>
            <a:ext cx="4206853" cy="10978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来週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らいしゅう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Tuần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sau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6A2AB22-DA2D-46F9-84F4-E28D20C37DED}"/>
              </a:ext>
            </a:extLst>
          </p:cNvPr>
          <p:cNvSpPr/>
          <p:nvPr/>
        </p:nvSpPr>
        <p:spPr>
          <a:xfrm>
            <a:off x="6627810" y="2665135"/>
            <a:ext cx="4206853" cy="10978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来日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らいにち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Ngày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hôm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sau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C7656C61-5474-464A-ACBD-3C1A2E849E19}"/>
              </a:ext>
            </a:extLst>
          </p:cNvPr>
          <p:cNvSpPr/>
          <p:nvPr/>
        </p:nvSpPr>
        <p:spPr>
          <a:xfrm>
            <a:off x="2172214" y="5308305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き・ます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5C400E-2843-463E-8EC0-801F0568D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4885">
            <a:off x="6975097" y="4572453"/>
            <a:ext cx="4705985" cy="16036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5171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  <p:bldP spid="10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989011" y="1275761"/>
            <a:ext cx="3794083" cy="3976437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783249" y="6181854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(QUY)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74812" y="506133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04405711-1293-4571-ABAD-31B306493B94}"/>
              </a:ext>
            </a:extLst>
          </p:cNvPr>
          <p:cNvSpPr/>
          <p:nvPr/>
        </p:nvSpPr>
        <p:spPr>
          <a:xfrm>
            <a:off x="6519045" y="1121820"/>
            <a:ext cx="4495802" cy="91036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日帰り</a:t>
            </a:r>
            <a:r>
              <a:rPr lang="en-US" altLang="ja-JP" sz="2800" dirty="0"/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ひがえり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endParaRPr lang="en-US" altLang="ja-JP" sz="280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Chuyến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đi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chơi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trong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ngày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80BC075E-D3A4-4520-96D9-33244D7D3F55}"/>
              </a:ext>
            </a:extLst>
          </p:cNvPr>
          <p:cNvSpPr/>
          <p:nvPr/>
        </p:nvSpPr>
        <p:spPr>
          <a:xfrm>
            <a:off x="6519045" y="2388351"/>
            <a:ext cx="4495802" cy="91036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帰国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きこく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</a:p>
          <a:p>
            <a:pPr algn="ctr"/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Về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nước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356CD9F2-3278-4EB4-BEDA-2296889CCAB6}"/>
              </a:ext>
            </a:extLst>
          </p:cNvPr>
          <p:cNvSpPr/>
          <p:nvPr/>
        </p:nvSpPr>
        <p:spPr>
          <a:xfrm>
            <a:off x="6519045" y="3654882"/>
            <a:ext cx="4495802" cy="91036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帰ります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かえ・ります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</a:rPr>
              <a:t>Trở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</a:rPr>
              <a:t>về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sp>
        <p:nvSpPr>
          <p:cNvPr id="10" name="Rounded Rectangle 13">
            <a:extLst>
              <a:ext uri="{FF2B5EF4-FFF2-40B4-BE49-F238E27FC236}">
                <a16:creationId xmlns:a16="http://schemas.microsoft.com/office/drawing/2014/main" id="{E933C429-6559-430C-89B0-A49BBFABE7A5}"/>
              </a:ext>
            </a:extLst>
          </p:cNvPr>
          <p:cNvSpPr/>
          <p:nvPr/>
        </p:nvSpPr>
        <p:spPr>
          <a:xfrm>
            <a:off x="1284849" y="5412226"/>
            <a:ext cx="3034090" cy="4572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latin typeface="NtMotoyaKyotai" panose="02020300000000000000" pitchFamily="18" charset="-128"/>
                <a:ea typeface="NtMotoyaKyotai" panose="02020300000000000000" pitchFamily="18" charset="-128"/>
              </a:rPr>
              <a:t>かえ・ります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31978B-65C9-494E-9836-E61651BE7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49858">
            <a:off x="7455866" y="4741625"/>
            <a:ext cx="4009248" cy="15251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6197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  <p:bldP spid="11" grpId="0" animBg="1"/>
      <p:bldP spid="15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97476" y="1419250"/>
            <a:ext cx="3844860" cy="3726868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29306" y="6194079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(HỘI)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0868" y="578302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かい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1B8C18B0-A046-4F88-A5C7-49852D33716C}"/>
              </a:ext>
            </a:extLst>
          </p:cNvPr>
          <p:cNvSpPr/>
          <p:nvPr/>
        </p:nvSpPr>
        <p:spPr>
          <a:xfrm>
            <a:off x="6679494" y="921176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dirty="0"/>
              <a:t>飲み会（のみかい）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Buổi</a:t>
            </a:r>
            <a:r>
              <a:rPr lang="en-US" sz="2800" dirty="0"/>
              <a:t> </a:t>
            </a:r>
            <a:r>
              <a:rPr lang="en-US" sz="2800" dirty="0" err="1"/>
              <a:t>nhậu</a:t>
            </a:r>
            <a:r>
              <a:rPr lang="en-US" sz="2800" dirty="0"/>
              <a:t>, </a:t>
            </a:r>
            <a:r>
              <a:rPr lang="en-US" sz="2800" dirty="0" err="1"/>
              <a:t>tiệc</a:t>
            </a:r>
            <a:r>
              <a:rPr lang="en-US" sz="2800" dirty="0"/>
              <a:t> </a:t>
            </a:r>
            <a:r>
              <a:rPr lang="en-US" sz="2800" dirty="0" err="1"/>
              <a:t>nhậu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19D67236-238C-42E7-80BA-2B8D57D75B4B}"/>
              </a:ext>
            </a:extLst>
          </p:cNvPr>
          <p:cNvSpPr/>
          <p:nvPr/>
        </p:nvSpPr>
        <p:spPr>
          <a:xfrm>
            <a:off x="1724674" y="5365378"/>
            <a:ext cx="279046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あ・います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1233B0-0A21-4605-87B2-2762C50CA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19922">
            <a:off x="6743502" y="4549136"/>
            <a:ext cx="4734977" cy="16324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36A69AD-2608-4511-90E1-1A6E08B9BA6D}"/>
              </a:ext>
            </a:extLst>
          </p:cNvPr>
          <p:cNvSpPr/>
          <p:nvPr/>
        </p:nvSpPr>
        <p:spPr>
          <a:xfrm>
            <a:off x="6704012" y="2181824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dirty="0"/>
              <a:t>国会（こっかい）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Quốc</a:t>
            </a:r>
            <a:r>
              <a:rPr lang="en-US" sz="2800" dirty="0"/>
              <a:t> </a:t>
            </a:r>
            <a:r>
              <a:rPr lang="en-US" sz="2800" dirty="0" err="1"/>
              <a:t>hội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8836F255-F063-49EE-B241-A6352FF60759}"/>
              </a:ext>
            </a:extLst>
          </p:cNvPr>
          <p:cNvSpPr/>
          <p:nvPr/>
        </p:nvSpPr>
        <p:spPr>
          <a:xfrm>
            <a:off x="6679493" y="3442473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dirty="0"/>
              <a:t>会見（かいけん）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Buổi</a:t>
            </a:r>
            <a:r>
              <a:rPr lang="en-US" sz="2800" dirty="0"/>
              <a:t> </a:t>
            </a:r>
            <a:r>
              <a:rPr lang="en-US" sz="2800" dirty="0" err="1"/>
              <a:t>họp</a:t>
            </a:r>
            <a:r>
              <a:rPr lang="en-US" sz="2800" dirty="0"/>
              <a:t> </a:t>
            </a:r>
            <a:r>
              <a:rPr lang="en-US" sz="2800" dirty="0" err="1"/>
              <a:t>báo</a:t>
            </a:r>
            <a:r>
              <a:rPr lang="en-US" sz="2800" dirty="0"/>
              <a:t> 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483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9" grpId="0" animBg="1"/>
      <p:bldP spid="7" grpId="0" animBg="1"/>
      <p:bldP spid="10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281997" y="1417482"/>
            <a:ext cx="4010967" cy="3781232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39880" y="5840186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7014" y="5334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しゃ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59D10800-64C6-46E6-89C0-F9A3D9E24332}"/>
              </a:ext>
            </a:extLst>
          </p:cNvPr>
          <p:cNvSpPr/>
          <p:nvPr/>
        </p:nvSpPr>
        <p:spPr>
          <a:xfrm>
            <a:off x="6682058" y="1417482"/>
            <a:ext cx="4206853" cy="94471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会社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かいしゃ</a:t>
            </a:r>
            <a:r>
              <a:rPr lang="en-US" altLang="ja-JP" sz="2800" b="1" dirty="0">
                <a:solidFill>
                  <a:schemeClr val="tx1"/>
                </a:solidFill>
              </a:rPr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</a:p>
          <a:p>
            <a:pPr algn="ctr"/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Công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ty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BBFD81EB-9C33-4A53-B14E-956BEFE99CF4}"/>
              </a:ext>
            </a:extLst>
          </p:cNvPr>
          <p:cNvSpPr/>
          <p:nvPr/>
        </p:nvSpPr>
        <p:spPr>
          <a:xfrm>
            <a:off x="6682058" y="2801428"/>
            <a:ext cx="4206853" cy="10668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社会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しゃかい</a:t>
            </a:r>
            <a:r>
              <a:rPr lang="en-US" altLang="ja-JP" sz="2800" b="1" dirty="0">
                <a:solidFill>
                  <a:schemeClr val="tx1"/>
                </a:solidFill>
              </a:rPr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</a:p>
          <a:p>
            <a:pPr algn="ctr"/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Xã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hội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A99340-A215-4F7B-8482-5AECE9BF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49473">
            <a:off x="6990380" y="4474587"/>
            <a:ext cx="4655069" cy="1763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9410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57453" y="1307570"/>
            <a:ext cx="3842628" cy="3506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65089" y="6063944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(VĂN)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3891" y="530665"/>
            <a:ext cx="2198076" cy="44224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けん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77FD5AD7-A969-463C-A9CF-827E7153A603}"/>
              </a:ext>
            </a:extLst>
          </p:cNvPr>
          <p:cNvSpPr/>
          <p:nvPr/>
        </p:nvSpPr>
        <p:spPr>
          <a:xfrm>
            <a:off x="6618795" y="1498834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新聞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しんぶん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Tờ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báo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C04C6C-6EB4-42C8-9655-DB6D83B4E4FC}"/>
              </a:ext>
            </a:extLst>
          </p:cNvPr>
          <p:cNvSpPr/>
          <p:nvPr/>
        </p:nvSpPr>
        <p:spPr>
          <a:xfrm>
            <a:off x="6624519" y="2930926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聞</a:t>
            </a:r>
            <a:r>
              <a:rPr lang="en-VN" sz="2800" b="1" dirty="0"/>
              <a:t>ます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ききます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Nghe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8BF0126-B49D-442F-BDEB-CCE540B86B61}"/>
              </a:ext>
            </a:extLst>
          </p:cNvPr>
          <p:cNvSpPr/>
          <p:nvPr/>
        </p:nvSpPr>
        <p:spPr>
          <a:xfrm>
            <a:off x="1979612" y="5148949"/>
            <a:ext cx="2765698" cy="580336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き・きます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B185C3-E29A-4DC3-85BC-B31EFA7A8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09740">
            <a:off x="6728395" y="4277825"/>
            <a:ext cx="4838420" cy="18684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2031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  <p:bldP spid="10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217613" y="1278122"/>
            <a:ext cx="3962400" cy="3903478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77399" y="6128658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(THỰC)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68961" y="562861"/>
            <a:ext cx="2198076" cy="51612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どく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7B1F09-3840-442B-A04A-92B5D97306BE}"/>
              </a:ext>
            </a:extLst>
          </p:cNvPr>
          <p:cNvSpPr/>
          <p:nvPr/>
        </p:nvSpPr>
        <p:spPr>
          <a:xfrm>
            <a:off x="6731667" y="1447800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読み物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よみもの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Đọc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 ( </a:t>
            </a:r>
            <a:r>
              <a:rPr lang="en-US" sz="2800" dirty="0" err="1"/>
              <a:t>báo</a:t>
            </a:r>
            <a:r>
              <a:rPr lang="en-US" sz="2800" dirty="0"/>
              <a:t> ,</a:t>
            </a:r>
            <a:r>
              <a:rPr lang="en-US" sz="2800" dirty="0" err="1"/>
              <a:t>tài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,..)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Rounded Rectangle 15">
            <a:extLst>
              <a:ext uri="{FF2B5EF4-FFF2-40B4-BE49-F238E27FC236}">
                <a16:creationId xmlns:a16="http://schemas.microsoft.com/office/drawing/2014/main" id="{FF460EDC-EBEC-4880-BE02-AE6DA1968E6C}"/>
              </a:ext>
            </a:extLst>
          </p:cNvPr>
          <p:cNvSpPr/>
          <p:nvPr/>
        </p:nvSpPr>
        <p:spPr>
          <a:xfrm>
            <a:off x="2055812" y="5397068"/>
            <a:ext cx="2630051" cy="54653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よ・みます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F8B282-3640-4730-829E-399F22ED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37580">
            <a:off x="7073105" y="4399679"/>
            <a:ext cx="4529619" cy="17277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0951A435-5223-4D97-9D96-7EE50B4EFF87}"/>
              </a:ext>
            </a:extLst>
          </p:cNvPr>
          <p:cNvSpPr/>
          <p:nvPr/>
        </p:nvSpPr>
        <p:spPr>
          <a:xfrm>
            <a:off x="6764359" y="2806976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読みます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よみます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Đọc</a:t>
            </a:r>
            <a:r>
              <a:rPr lang="en-US" sz="2800" dirty="0"/>
              <a:t> 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594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62819" y="1485900"/>
            <a:ext cx="3984062" cy="37338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4250" y="6174372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(ẨM)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5812" y="68362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しょ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C6213CC-4FEA-460A-A9EE-DA84FD99C9B8}"/>
              </a:ext>
            </a:extLst>
          </p:cNvPr>
          <p:cNvSpPr/>
          <p:nvPr/>
        </p:nvSpPr>
        <p:spPr>
          <a:xfrm>
            <a:off x="6475412" y="1031638"/>
            <a:ext cx="4876800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読書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どくしょ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Đọc</a:t>
            </a:r>
            <a:r>
              <a:rPr lang="en-US" sz="2800" dirty="0"/>
              <a:t> </a:t>
            </a:r>
            <a:r>
              <a:rPr lang="en-US" sz="2800" dirty="0" err="1"/>
              <a:t>sách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57C138D3-65FB-4712-B2B5-A67EBA76F5A8}"/>
              </a:ext>
            </a:extLst>
          </p:cNvPr>
          <p:cNvSpPr/>
          <p:nvPr/>
        </p:nvSpPr>
        <p:spPr>
          <a:xfrm>
            <a:off x="1624794" y="5412372"/>
            <a:ext cx="3081771" cy="4572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か・きます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744851-C72E-4506-9F2A-D86A951A3581}"/>
              </a:ext>
            </a:extLst>
          </p:cNvPr>
          <p:cNvSpPr/>
          <p:nvPr/>
        </p:nvSpPr>
        <p:spPr>
          <a:xfrm>
            <a:off x="6475412" y="2230319"/>
            <a:ext cx="4876800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辞書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じしょ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điển</a:t>
            </a:r>
            <a:r>
              <a:rPr lang="en-US" sz="2800" dirty="0"/>
              <a:t> 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63CE0DF-F0E4-4056-B155-A47049E92FC2}"/>
              </a:ext>
            </a:extLst>
          </p:cNvPr>
          <p:cNvSpPr/>
          <p:nvPr/>
        </p:nvSpPr>
        <p:spPr>
          <a:xfrm>
            <a:off x="6475412" y="3429000"/>
            <a:ext cx="4876800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書き物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かきもの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viết</a:t>
            </a:r>
            <a:r>
              <a:rPr lang="en-US" sz="2800" dirty="0"/>
              <a:t>, </a:t>
            </a:r>
            <a:r>
              <a:rPr lang="en-US" sz="2800" dirty="0" err="1"/>
              <a:t>tài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văn</a:t>
            </a:r>
            <a:r>
              <a:rPr lang="en-US" sz="2800" dirty="0"/>
              <a:t> </a:t>
            </a:r>
            <a:r>
              <a:rPr lang="en-US" sz="2800" dirty="0" err="1"/>
              <a:t>bản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290A07-2D89-4499-9442-07752B164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41990">
            <a:off x="6982161" y="4493481"/>
            <a:ext cx="4480070" cy="1733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135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33128" y="1116481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61186" y="621562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(THOẠI)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897" y="417907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ばい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804662" y="1414274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会話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かいわ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Hội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thoại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A0A57C84-1D77-4401-8FCB-0545E47795E3}"/>
              </a:ext>
            </a:extLst>
          </p:cNvPr>
          <p:cNvSpPr/>
          <p:nvPr/>
        </p:nvSpPr>
        <p:spPr>
          <a:xfrm>
            <a:off x="1645053" y="5076489"/>
            <a:ext cx="3413466" cy="1034377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はなし</a:t>
            </a:r>
            <a:endParaRPr lang="en-US" altLang="ja-JP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はな・します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4654B3-6EAB-416C-8C11-9F2116C8F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58464">
            <a:off x="6687069" y="4479401"/>
            <a:ext cx="4893870" cy="1789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0C440D29-FB85-4F7A-A279-052C4305C8D0}"/>
              </a:ext>
            </a:extLst>
          </p:cNvPr>
          <p:cNvSpPr/>
          <p:nvPr/>
        </p:nvSpPr>
        <p:spPr>
          <a:xfrm>
            <a:off x="6842084" y="2820338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電話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でんわ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Điện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thoại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97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8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26096" y="1387060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寺</a:t>
            </a:r>
            <a:endParaRPr lang="en-US" sz="245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61186" y="621562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(TỰ)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3864" y="635812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じ</a:t>
            </a:r>
            <a:endParaRPr lang="en-US" sz="3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831199" y="1981200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dirty="0"/>
              <a:t>寺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てら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Chùa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24A2A5-F0FD-4B15-846B-0706C857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78297">
            <a:off x="7214982" y="4483029"/>
            <a:ext cx="4295775" cy="1647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32B99812-E7D5-4087-AEAD-2DA81752BF02}"/>
              </a:ext>
            </a:extLst>
          </p:cNvPr>
          <p:cNvSpPr/>
          <p:nvPr/>
        </p:nvSpPr>
        <p:spPr>
          <a:xfrm>
            <a:off x="2232850" y="5443957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てら</a:t>
            </a:r>
            <a:endParaRPr lang="en-US" altLang="ja-JP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84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26096" y="1387060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言</a:t>
            </a:r>
            <a:endParaRPr lang="en-US" sz="24500" dirty="0"/>
          </a:p>
        </p:txBody>
      </p:sp>
      <p:sp>
        <p:nvSpPr>
          <p:cNvPr id="15" name="Rounded Rectangle 14"/>
          <p:cNvSpPr/>
          <p:nvPr/>
        </p:nvSpPr>
        <p:spPr>
          <a:xfrm>
            <a:off x="2361186" y="621562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(NGÔN)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3864" y="635813"/>
            <a:ext cx="2336548" cy="50877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げん</a:t>
            </a:r>
            <a:r>
              <a:rPr lang="en-US" altLang="ja-JP" sz="3600" b="1" dirty="0">
                <a:solidFill>
                  <a:schemeClr val="tx1"/>
                </a:solidFill>
              </a:rPr>
              <a:t>/</a:t>
            </a:r>
            <a:r>
              <a:rPr lang="ja-JP" altLang="en-US" sz="3600" b="1" dirty="0">
                <a:solidFill>
                  <a:schemeClr val="tx1"/>
                </a:solidFill>
              </a:rPr>
              <a:t>ごん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704012" y="1387060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言葉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ことば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Từ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vựng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32B99812-E7D5-4087-AEAD-2DA81752BF02}"/>
              </a:ext>
            </a:extLst>
          </p:cNvPr>
          <p:cNvSpPr/>
          <p:nvPr/>
        </p:nvSpPr>
        <p:spPr>
          <a:xfrm>
            <a:off x="2232850" y="5443957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い・います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ED8ABB-5FE0-4EE3-B338-513A2411F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55523">
            <a:off x="7443149" y="4618281"/>
            <a:ext cx="4219313" cy="16513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DACECB72-BBFE-4C09-9846-2C8FB2FFA99E}"/>
              </a:ext>
            </a:extLst>
          </p:cNvPr>
          <p:cNvSpPr/>
          <p:nvPr/>
        </p:nvSpPr>
        <p:spPr>
          <a:xfrm>
            <a:off x="6704011" y="2928762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言語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げんご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Ngôn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ngữ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25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13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25081" y="1044172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貝</a:t>
            </a:r>
            <a:endParaRPr lang="en-US" sz="24500" dirty="0"/>
          </a:p>
        </p:txBody>
      </p:sp>
      <p:sp>
        <p:nvSpPr>
          <p:cNvPr id="15" name="Rounded Rectangle 14"/>
          <p:cNvSpPr/>
          <p:nvPr/>
        </p:nvSpPr>
        <p:spPr>
          <a:xfrm>
            <a:off x="2381524" y="6039015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(BỐI)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831199" y="1981200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dirty="0"/>
              <a:t>貝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かい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Con </a:t>
            </a:r>
            <a:r>
              <a:rPr lang="en-US" sz="2800" b="1" dirty="0" err="1">
                <a:solidFill>
                  <a:schemeClr val="tx1"/>
                </a:solidFill>
              </a:rPr>
              <a:t>sò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32B99812-E7D5-4087-AEAD-2DA81752BF02}"/>
              </a:ext>
            </a:extLst>
          </p:cNvPr>
          <p:cNvSpPr/>
          <p:nvPr/>
        </p:nvSpPr>
        <p:spPr>
          <a:xfrm>
            <a:off x="2273086" y="5181600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かい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055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7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26096" y="1387060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田</a:t>
            </a:r>
            <a:endParaRPr lang="en-US" sz="24500" dirty="0"/>
          </a:p>
        </p:txBody>
      </p:sp>
      <p:sp>
        <p:nvSpPr>
          <p:cNvPr id="15" name="Rounded Rectangle 14"/>
          <p:cNvSpPr/>
          <p:nvPr/>
        </p:nvSpPr>
        <p:spPr>
          <a:xfrm>
            <a:off x="2361186" y="621562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(ĐIỀN)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3864" y="635812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でん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704011" y="1169819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田んぼ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たんぼ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Ruộng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lúa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32B99812-E7D5-4087-AEAD-2DA81752BF02}"/>
              </a:ext>
            </a:extLst>
          </p:cNvPr>
          <p:cNvSpPr/>
          <p:nvPr/>
        </p:nvSpPr>
        <p:spPr>
          <a:xfrm>
            <a:off x="2232850" y="5443957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た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BCFF3C-920F-42BC-A1F5-0372A4863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83992">
            <a:off x="7202499" y="4614105"/>
            <a:ext cx="4338522" cy="16597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784205EB-C617-47D0-92F6-AD8A7A3F7317}"/>
              </a:ext>
            </a:extLst>
          </p:cNvPr>
          <p:cNvSpPr/>
          <p:nvPr/>
        </p:nvSpPr>
        <p:spPr>
          <a:xfrm>
            <a:off x="6704011" y="2358753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田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たん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Ruộng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6C15097A-B4C3-4F37-AF0F-1527F95B3DCC}"/>
              </a:ext>
            </a:extLst>
          </p:cNvPr>
          <p:cNvSpPr/>
          <p:nvPr/>
        </p:nvSpPr>
        <p:spPr>
          <a:xfrm>
            <a:off x="6704011" y="3547687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水田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すいでん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Ruộng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lúa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nước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091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13" grpId="0" animBg="1"/>
      <p:bldP spid="9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26096" y="1387060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力</a:t>
            </a:r>
            <a:endParaRPr lang="en-US" sz="24500" dirty="0"/>
          </a:p>
        </p:txBody>
      </p:sp>
      <p:sp>
        <p:nvSpPr>
          <p:cNvPr id="15" name="Rounded Rectangle 14"/>
          <p:cNvSpPr/>
          <p:nvPr/>
        </p:nvSpPr>
        <p:spPr>
          <a:xfrm>
            <a:off x="2361186" y="621562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(LỰC)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3864" y="635812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りょく</a:t>
            </a:r>
            <a:r>
              <a:rPr lang="en-US" altLang="ja-JP" sz="3600" b="1" dirty="0">
                <a:solidFill>
                  <a:schemeClr val="tx1"/>
                </a:solidFill>
              </a:rPr>
              <a:t>/</a:t>
            </a:r>
            <a:r>
              <a:rPr lang="ja-JP" altLang="en-US" sz="3600" b="1" dirty="0">
                <a:solidFill>
                  <a:schemeClr val="tx1"/>
                </a:solidFill>
              </a:rPr>
              <a:t>りき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704011" y="1169819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力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ちから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Sức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lực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32B99812-E7D5-4087-AEAD-2DA81752BF02}"/>
              </a:ext>
            </a:extLst>
          </p:cNvPr>
          <p:cNvSpPr/>
          <p:nvPr/>
        </p:nvSpPr>
        <p:spPr>
          <a:xfrm>
            <a:off x="2232850" y="5443957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ちから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784205EB-C617-47D0-92F6-AD8A7A3F7317}"/>
              </a:ext>
            </a:extLst>
          </p:cNvPr>
          <p:cNvSpPr/>
          <p:nvPr/>
        </p:nvSpPr>
        <p:spPr>
          <a:xfrm>
            <a:off x="6704011" y="2358753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水力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すいりょく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Thuỷ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lực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6C15097A-B4C3-4F37-AF0F-1527F95B3DCC}"/>
              </a:ext>
            </a:extLst>
          </p:cNvPr>
          <p:cNvSpPr/>
          <p:nvPr/>
        </p:nvSpPr>
        <p:spPr>
          <a:xfrm>
            <a:off x="6704011" y="3547687"/>
            <a:ext cx="4013613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火力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かりょく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Hoả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lực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801F9E-66F0-41E0-A1AC-DFC6F77A8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96268">
            <a:off x="7356847" y="4688140"/>
            <a:ext cx="3975674" cy="15777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10478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13" grpId="0" animBg="1"/>
      <p:bldP spid="9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26096" y="1387060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門</a:t>
            </a:r>
            <a:endParaRPr lang="en-US" sz="24500" dirty="0"/>
          </a:p>
        </p:txBody>
      </p:sp>
      <p:sp>
        <p:nvSpPr>
          <p:cNvPr id="15" name="Rounded Rectangle 14"/>
          <p:cNvSpPr/>
          <p:nvPr/>
        </p:nvSpPr>
        <p:spPr>
          <a:xfrm>
            <a:off x="2361186" y="621562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(MÔN)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3864" y="635812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もん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32B99812-E7D5-4087-AEAD-2DA81752BF02}"/>
              </a:ext>
            </a:extLst>
          </p:cNvPr>
          <p:cNvSpPr/>
          <p:nvPr/>
        </p:nvSpPr>
        <p:spPr>
          <a:xfrm>
            <a:off x="2232850" y="5443957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た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784205EB-C617-47D0-92F6-AD8A7A3F7317}"/>
              </a:ext>
            </a:extLst>
          </p:cNvPr>
          <p:cNvSpPr/>
          <p:nvPr/>
        </p:nvSpPr>
        <p:spPr>
          <a:xfrm>
            <a:off x="6704011" y="1828800"/>
            <a:ext cx="4013613" cy="152055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学校の門</a:t>
            </a:r>
            <a:endParaRPr lang="en-US" altLang="ja-JP" sz="2800" b="1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がっこうのもん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Cổng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trường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78C16C-5C64-4C9A-8B9E-D24685EF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95440">
            <a:off x="7150198" y="4577838"/>
            <a:ext cx="4362450" cy="1666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34054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3" grpId="0" animBg="1"/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MMPROD_NEXTUNIQUEID" val="10011"/>
  <p:tag name="MMPROD_UIDATA" val="&lt;database version=&quot;9.0&quot;&gt;&lt;object type=&quot;1&quot; unique_id=&quot;10001&quot;&gt;&lt;object type=&quot;8&quot; unique_id=&quot;10518&quot;&gt;&lt;/object&gt;&lt;object type=&quot;2&quot; unique_id=&quot;10519&quot;&gt;&lt;object type=&quot;3&quot; unique_id=&quot;10520&quot;&gt;&lt;property id=&quot;20148&quot; value=&quot;5&quot;/&gt;&lt;property id=&quot;20300&quot; value=&quot;Slide 1&quot;/&gt;&lt;property id=&quot;20307&quot; value=&quot;256&quot;/&gt;&lt;/object&gt;&lt;object type=&quot;3&quot; unique_id=&quot;10523&quot;&gt;&lt;property id=&quot;20148&quot; value=&quot;5&quot;/&gt;&lt;property id=&quot;20300&quot; value=&quot;Slide 2&quot;/&gt;&lt;property id=&quot;20307&quot; value=&quot;258&quot;/&gt;&lt;/object&gt;&lt;object type=&quot;3&quot; unique_id=&quot;10524&quot;&gt;&lt;property id=&quot;20148&quot; value=&quot;5&quot;/&gt;&lt;property id=&quot;20300&quot; value=&quot;Slide 3&quot;/&gt;&lt;property id=&quot;20307&quot; value=&quot;259&quot;/&gt;&lt;/object&gt;&lt;object type=&quot;3&quot; unique_id=&quot;10525&quot;&gt;&lt;property id=&quot;20148&quot; value=&quot;5&quot;/&gt;&lt;property id=&quot;20300&quot; value=&quot;Slide 4&quot;/&gt;&lt;property id=&quot;20307&quot; value=&quot;260&quot;/&gt;&lt;/object&gt;&lt;object type=&quot;3&quot; unique_id=&quot;10526&quot;&gt;&lt;property id=&quot;20148&quot; value=&quot;5&quot;/&gt;&lt;property id=&quot;20300&quot; value=&quot;Slide 5&quot;/&gt;&lt;property id=&quot;20307&quot; value=&quot;261&quot;/&gt;&lt;/object&gt;&lt;object type=&quot;3&quot; unique_id=&quot;10527&quot;&gt;&lt;property id=&quot;20148&quot; value=&quot;5&quot;/&gt;&lt;property id=&quot;20300&quot; value=&quot;Slide 6&quot;/&gt;&lt;property id=&quot;20307&quot; value=&quot;262&quot;/&gt;&lt;/object&gt;&lt;object type=&quot;3&quot; unique_id=&quot;20754&quot;&gt;&lt;property id=&quot;20148&quot; value=&quot;5&quot;/&gt;&lt;property id=&quot;20300&quot; value=&quot;Slide 8&quot;/&gt;&lt;property id=&quot;20307&quot; value=&quot;265&quot;/&gt;&lt;/object&gt;&lt;object type=&quot;3&quot; unique_id=&quot;20755&quot;&gt;&lt;property id=&quot;20148&quot; value=&quot;5&quot;/&gt;&lt;property id=&quot;20300&quot; value=&quot;Slide 9&quot;/&gt;&lt;property id=&quot;20307&quot; value=&quot;266&quot;/&gt;&lt;/object&gt;&lt;object type=&quot;3&quot; unique_id=&quot;20756&quot;&gt;&lt;property id=&quot;20148&quot; value=&quot;5&quot;/&gt;&lt;property id=&quot;20300&quot; value=&quot;Slide 10&quot;/&gt;&lt;property id=&quot;20307&quot; value=&quot;267&quot;/&gt;&lt;/object&gt;&lt;object type=&quot;3&quot; unique_id=&quot;20757&quot;&gt;&lt;property id=&quot;20148&quot; value=&quot;5&quot;/&gt;&lt;property id=&quot;20300&quot; value=&quot;Slide 11&quot;/&gt;&lt;property id=&quot;20307&quot; value=&quot;268&quot;/&gt;&lt;/object&gt;&lt;object type=&quot;3&quot; unique_id=&quot;20758&quot;&gt;&lt;property id=&quot;20148&quot; value=&quot;5&quot;/&gt;&lt;property id=&quot;20300&quot; value=&quot;Slide 12&quot;/&gt;&lt;property id=&quot;20307&quot; value=&quot;269&quot;/&gt;&lt;/object&gt;&lt;object type=&quot;3&quot; unique_id=&quot;20759&quot;&gt;&lt;property id=&quot;20148&quot; value=&quot;5&quot;/&gt;&lt;property id=&quot;20300&quot; value=&quot;Slide 13&quot;/&gt;&lt;property id=&quot;20307&quot; value=&quot;270&quot;/&gt;&lt;/object&gt;&lt;object type=&quot;3&quot; unique_id=&quot;20760&quot;&gt;&lt;property id=&quot;20148&quot; value=&quot;5&quot;/&gt;&lt;property id=&quot;20300&quot; value=&quot;Slide 14&quot;/&gt;&lt;property id=&quot;20307&quot; value=&quot;271&quot;/&gt;&lt;/object&gt;&lt;object type=&quot;3&quot; unique_id=&quot;20821&quot;&gt;&lt;property id=&quot;20148&quot; value=&quot;5&quot;/&gt;&lt;property id=&quot;20300&quot; value=&quot;Slide 7&quot;/&gt;&lt;property id=&quot;20307&quot; value=&quot;273&quot;/&gt;&lt;/object&gt;&lt;object type=&quot;3&quot; unique_id=&quot;20822&quot;&gt;&lt;property id=&quot;20148&quot; value=&quot;5&quot;/&gt;&lt;property id=&quot;20300&quot; value=&quot;Slide 15&quot;/&gt;&lt;property id=&quot;20307&quot; value=&quot;272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A2A3AC6-1A45-42F7-8976-E15E36AD84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554</Words>
  <Application>Microsoft Office PowerPoint</Application>
  <PresentationFormat>Custom</PresentationFormat>
  <Paragraphs>135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HGMaruGothicMPRO</vt:lpstr>
      <vt:lpstr>NtMotoyaKyotai</vt:lpstr>
      <vt:lpstr>Arial</vt:lpstr>
      <vt:lpstr>Arial Rounded MT Bold</vt:lpstr>
      <vt:lpstr>Calibri</vt:lpstr>
      <vt:lpstr>Constantia</vt:lpstr>
      <vt:lpstr>Garamond</vt:lpstr>
      <vt:lpstr>Tahoma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2014-08-27T08:12:49Z</dcterms:created>
  <dcterms:modified xsi:type="dcterms:W3CDTF">2025-08-02T16:25:01Z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TC028952639991</vt:lpwstr>
  </property>
</Properties>
</file>