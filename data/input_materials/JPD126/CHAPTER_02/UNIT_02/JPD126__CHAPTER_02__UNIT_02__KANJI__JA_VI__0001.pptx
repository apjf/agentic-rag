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97" r:id="rId2"/>
  </p:sldMasterIdLst>
  <p:notesMasterIdLst>
    <p:notesMasterId r:id="rId12"/>
  </p:notesMasterIdLst>
  <p:handoutMasterIdLst>
    <p:handoutMasterId r:id="rId13"/>
  </p:handoutMasterIdLst>
  <p:sldIdLst>
    <p:sldId id="256" r:id="rId3"/>
    <p:sldId id="258" r:id="rId4"/>
    <p:sldId id="259" r:id="rId5"/>
    <p:sldId id="260" r:id="rId6"/>
    <p:sldId id="261" r:id="rId7"/>
    <p:sldId id="273" r:id="rId8"/>
    <p:sldId id="280" r:id="rId9"/>
    <p:sldId id="266" r:id="rId10"/>
    <p:sldId id="267" r:id="rId11"/>
  </p:sldIdLst>
  <p:sldSz cx="12188825" cy="6858000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8" autoAdjust="0"/>
    <p:restoredTop sz="94660"/>
  </p:normalViewPr>
  <p:slideViewPr>
    <p:cSldViewPr>
      <p:cViewPr varScale="1">
        <p:scale>
          <a:sx n="39" d="100"/>
          <a:sy n="39" d="100"/>
        </p:scale>
        <p:origin x="52" y="64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3" d="100"/>
          <a:sy n="63" d="100"/>
        </p:scale>
        <p:origin x="2838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59ACC-BB8B-40BD-9C3D-7515A99833BA}" type="datetimeFigureOut">
              <a:rPr lang="en-US"/>
              <a:t>8/3/2025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02B09C-4EB4-4858-8C5D-928515EB5FA1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14700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B3F5D-6129-4745-AD27-E1F8E3F0C4BE}" type="datetimeFigureOut">
              <a:rPr lang="en-US"/>
              <a:t>8/3/2025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640D2E-0C1A-4418-8763-9BB732EB1D20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86368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019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629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393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293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902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85800"/>
            <a:ext cx="6092825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A2CC701-D80A-463B-8415-A854853120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159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1697" y="1871132"/>
            <a:ext cx="6813894" cy="1515533"/>
          </a:xfrm>
        </p:spPr>
        <p:txBody>
          <a:bodyPr anchor="b">
            <a:noAutofit/>
          </a:bodyPr>
          <a:lstStyle>
            <a:lvl1pPr algn="ctr">
              <a:defRPr sz="5398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1697" y="3657597"/>
            <a:ext cx="6813894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099">
                <a:solidFill>
                  <a:schemeClr val="tx1"/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1154" y="5037663"/>
            <a:ext cx="897233" cy="279400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8/3/2025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1696" y="5037663"/>
            <a:ext cx="5213277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4568" y="5037663"/>
            <a:ext cx="551023" cy="279400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1698" y="3522131"/>
            <a:ext cx="68138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2241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ABB9F7-FE8F-4CB7-B90F-B7A115B006F6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E8EBC-E876-4F75-A8E2-294E580032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524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4544" y="1752606"/>
            <a:ext cx="8156563" cy="1822514"/>
          </a:xfrm>
        </p:spPr>
        <p:txBody>
          <a:bodyPr anchor="b">
            <a:normAutofit/>
          </a:bodyPr>
          <a:lstStyle>
            <a:lvl1pPr algn="ctr">
              <a:defRPr sz="43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4542" y="3846052"/>
            <a:ext cx="8156565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199" y="3710585"/>
            <a:ext cx="816125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7668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110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9734" y="2560320"/>
            <a:ext cx="4717075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365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063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9062" y="2658533"/>
            <a:ext cx="4717075" cy="576262"/>
          </a:xfrm>
        </p:spPr>
        <p:txBody>
          <a:bodyPr anchor="b">
            <a:noAutofit/>
          </a:bodyPr>
          <a:lstStyle>
            <a:lvl1pPr marL="0" indent="0">
              <a:buNone/>
              <a:defRPr sz="2799" b="0">
                <a:solidFill>
                  <a:schemeClr val="accent1"/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9062" y="3243263"/>
            <a:ext cx="4717075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541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t>8/3/2025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422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67DBB-F8DB-48F4-997A-49FAD7ECC765}" type="datetime1">
              <a:rPr lang="en-US" smtClean="0"/>
              <a:t>8/3/2025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1004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474" y="1388534"/>
            <a:ext cx="3717487" cy="1371600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7257" y="982132"/>
            <a:ext cx="5468042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474" y="3031065"/>
            <a:ext cx="371748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13884F-698C-4153-AB67-9A0F214F106F}" type="datetimeFigureOut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FEA86-1680-48AE-B31F-3E3431F3A323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5805" y="2912533"/>
            <a:ext cx="35135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921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1" y="1883832"/>
            <a:ext cx="6240191" cy="1371600"/>
          </a:xfrm>
        </p:spPr>
        <p:txBody>
          <a:bodyPr anchor="b">
            <a:normAutofit/>
          </a:bodyPr>
          <a:lstStyle>
            <a:lvl1pPr algn="ctr">
              <a:defRPr sz="27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2724" y="1041400"/>
            <a:ext cx="3062549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1" y="3255432"/>
            <a:ext cx="624019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743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4815415"/>
            <a:ext cx="9607163" cy="566738"/>
          </a:xfrm>
        </p:spPr>
        <p:txBody>
          <a:bodyPr anchor="b">
            <a:normAutofit/>
          </a:bodyPr>
          <a:lstStyle>
            <a:lvl1pPr algn="ctr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156" y="1041400"/>
            <a:ext cx="10103340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064" y="5382153"/>
            <a:ext cx="9607163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8/3/2025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3438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528" y="982132"/>
            <a:ext cx="9590234" cy="2954868"/>
          </a:xfrm>
        </p:spPr>
        <p:txBody>
          <a:bodyPr anchor="ctr">
            <a:normAutofit/>
          </a:bodyPr>
          <a:lstStyle>
            <a:lvl1pPr algn="ctr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528" y="4343400"/>
            <a:ext cx="9590234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29147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370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376" y="3352800"/>
            <a:ext cx="8836900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999"/>
            </a:lvl1pPr>
            <a:lvl2pPr marL="457063" indent="0">
              <a:buFontTx/>
              <a:buNone/>
              <a:defRPr/>
            </a:lvl2pPr>
            <a:lvl3pPr marL="914126" indent="0">
              <a:buFontTx/>
              <a:buNone/>
              <a:defRPr/>
            </a:lvl3pPr>
            <a:lvl4pPr marL="1371189" indent="0">
              <a:buFontTx/>
              <a:buNone/>
              <a:defRPr/>
            </a:lvl4pPr>
            <a:lvl5pPr marL="1828251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343400"/>
            <a:ext cx="9607163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97507" y="2827870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5806" y="4140199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935455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5" y="3308581"/>
            <a:ext cx="9607165" cy="1468800"/>
          </a:xfrm>
        </p:spPr>
        <p:txBody>
          <a:bodyPr anchor="b">
            <a:normAutofit/>
          </a:bodyPr>
          <a:lstStyle>
            <a:lvl1pPr algn="l">
              <a:defRPr sz="31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777381"/>
            <a:ext cx="9607165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9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96204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5836" y="982132"/>
            <a:ext cx="9293977" cy="2243668"/>
          </a:xfrm>
        </p:spPr>
        <p:txBody>
          <a:bodyPr anchor="ctr">
            <a:normAutofit/>
          </a:bodyPr>
          <a:lstStyle>
            <a:lvl1pPr algn="ctr">
              <a:defRPr sz="3199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9312"/>
            <a:ext cx="9607165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3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4529667"/>
            <a:ext cx="9607165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1789" y="8799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/>
            <a:r>
              <a:rPr lang="en-US" sz="7998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97507" y="2599261"/>
            <a:ext cx="609441" cy="584776"/>
          </a:xfrm>
          <a:prstGeom prst="rect">
            <a:avLst/>
          </a:prstGeom>
        </p:spPr>
        <p:txBody>
          <a:bodyPr vert="horz" lIns="91416" tIns="45708" rIns="91416" bIns="45708" rtlCol="0" anchor="ctr">
            <a:noAutofit/>
          </a:bodyPr>
          <a:lstStyle/>
          <a:p>
            <a:pPr lvl="0" algn="r"/>
            <a:r>
              <a:rPr lang="en-US" sz="7998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776465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064" y="982132"/>
            <a:ext cx="9607163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295064" y="3630168"/>
            <a:ext cx="9607165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3" y="4470400"/>
            <a:ext cx="9607167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799">
                <a:solidFill>
                  <a:schemeClr val="tx1"/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1A9C7-C274-4F50-89C9-83BDB06EDB81}" type="datetime1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5806" y="3429000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3255098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5806" y="2421466"/>
            <a:ext cx="940484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3438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7013" y="982132"/>
            <a:ext cx="1890403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061" y="982132"/>
            <a:ext cx="7431089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1582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584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5651" cy="685621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065" y="982133"/>
            <a:ext cx="95986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064" y="2556932"/>
            <a:ext cx="95986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5241" y="5969000"/>
            <a:ext cx="15997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01A9C7-C274-4F50-89C9-83BDB06EDB81}" type="datetime1">
              <a:rPr lang="en-US" smtClean="0"/>
              <a:pPr/>
              <a:t>8/3/2025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064" y="5969000"/>
            <a:ext cx="73039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1205" y="5969000"/>
            <a:ext cx="54255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BBE7942-5B1B-4E74-B3CD-25BF9B0ABE2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436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457063" rtl="0" eaLnBrk="1" latinLnBrk="0" hangingPunct="1">
        <a:spcBef>
          <a:spcPct val="0"/>
        </a:spcBef>
        <a:buNone/>
        <a:defRPr sz="4399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664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3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727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9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199790" indent="-285664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799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2587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1999650" indent="-171399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3846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0908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7971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5034" indent="-228531" algn="l" defTabSz="457063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39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ed Rectangle 5"/>
          <p:cNvSpPr/>
          <p:nvPr/>
        </p:nvSpPr>
        <p:spPr>
          <a:xfrm>
            <a:off x="2284412" y="1295400"/>
            <a:ext cx="7728858" cy="375775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sz="239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HGMaruGothicMPRO" panose="020F0609000000000000" pitchFamily="49" charset="-128"/>
                <a:ea typeface="HGMaruGothicMPRO" panose="020F0609000000000000" pitchFamily="49" charset="-128"/>
              </a:rPr>
              <a:t>漢字</a:t>
            </a:r>
            <a:endParaRPr lang="en-US" sz="24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  <a:latin typeface="HGMaruGothicMPRO" panose="020F0609000000000000" pitchFamily="49" charset="-128"/>
              <a:ea typeface="HGMaruGothicMPRO" panose="020F0609000000000000" pitchFamily="49" charset="-128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4613956" y="3753280"/>
            <a:ext cx="2852056" cy="104732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 Rounded MT Bold" panose="020F07040305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4500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176192" y="1398061"/>
            <a:ext cx="3833838" cy="373380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肉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endParaRPr lang="en-US" sz="28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2102510" y="5574452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 dirty="0">
                <a:solidFill>
                  <a:srgbClr val="000000"/>
                </a:solidFill>
                <a:latin typeface="Tahoma" charset="0"/>
                <a:cs typeface="Tahoma" charset="0"/>
              </a:rPr>
              <a:t>(NHỤC)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723645" y="576616"/>
            <a:ext cx="2738931" cy="431940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にく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C52904B4-53F2-41BB-8369-1EDD684B6923}"/>
              </a:ext>
            </a:extLst>
          </p:cNvPr>
          <p:cNvSpPr/>
          <p:nvPr/>
        </p:nvSpPr>
        <p:spPr>
          <a:xfrm>
            <a:off x="6267565" y="1008556"/>
            <a:ext cx="4759807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牛肉</a:t>
            </a:r>
            <a:r>
              <a:rPr lang="en-VN" sz="2800" b="1" dirty="0">
                <a:solidFill>
                  <a:schemeClr val="tx1"/>
                </a:solidFill>
              </a:rPr>
              <a:t> </a:t>
            </a:r>
            <a:r>
              <a:rPr lang="ja-JP" altLang="en-US" sz="2800" b="1" dirty="0">
                <a:solidFill>
                  <a:schemeClr val="tx1"/>
                </a:solidFill>
              </a:rPr>
              <a:t>（ぎゅうにく）</a:t>
            </a:r>
            <a:r>
              <a:rPr lang="ja-JP" altLang="en-US" sz="2800" b="1" dirty="0">
                <a:solidFill>
                  <a:prstClr val="black"/>
                </a:solidFill>
              </a:rPr>
              <a:t>：</a:t>
            </a:r>
            <a:r>
              <a:rPr lang="en-US" altLang="ja-JP" sz="2800" b="1" dirty="0" err="1">
                <a:solidFill>
                  <a:prstClr val="black"/>
                </a:solidFill>
              </a:rPr>
              <a:t>Thịt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</a:rPr>
              <a:t>bò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FFC4D906-7FB8-4A37-9452-76B48877590B}"/>
              </a:ext>
            </a:extLst>
          </p:cNvPr>
          <p:cNvSpPr/>
          <p:nvPr/>
        </p:nvSpPr>
        <p:spPr>
          <a:xfrm>
            <a:off x="6252824" y="2245179"/>
            <a:ext cx="4759807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豚肉（ぶたにく）： </a:t>
            </a:r>
            <a:r>
              <a:rPr lang="en-US" altLang="ja-JP" sz="2800" b="1" dirty="0" err="1">
                <a:solidFill>
                  <a:prstClr val="black"/>
                </a:solidFill>
              </a:rPr>
              <a:t>Thịt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</a:rPr>
              <a:t>lợn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9867121-8295-4656-8E39-EE1D16657C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01611">
            <a:off x="7012364" y="4526794"/>
            <a:ext cx="4543707" cy="168932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D2AB7F3A-7AC6-45F5-BC50-7EF94EFD48D2}"/>
              </a:ext>
            </a:extLst>
          </p:cNvPr>
          <p:cNvSpPr/>
          <p:nvPr/>
        </p:nvSpPr>
        <p:spPr>
          <a:xfrm>
            <a:off x="6252824" y="3482766"/>
            <a:ext cx="4759807" cy="9144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srgbClr val="FF0000"/>
                </a:solidFill>
              </a:rPr>
              <a:t>	</a:t>
            </a:r>
            <a:r>
              <a:rPr lang="ja-JP" altLang="en-US" sz="2800" b="1" dirty="0">
                <a:solidFill>
                  <a:srgbClr val="FF0000"/>
                </a:solidFill>
              </a:rPr>
              <a:t>鶏肉</a:t>
            </a:r>
            <a:r>
              <a:rPr lang="en-VN" sz="2800" b="1" dirty="0">
                <a:solidFill>
                  <a:srgbClr val="FF0000"/>
                </a:solidFill>
              </a:rPr>
              <a:t> </a:t>
            </a:r>
            <a:r>
              <a:rPr lang="ja-JP" altLang="en-US" sz="2800" b="1" dirty="0">
                <a:solidFill>
                  <a:srgbClr val="FF0000"/>
                </a:solidFill>
              </a:rPr>
              <a:t>（とりにく）： </a:t>
            </a:r>
            <a:r>
              <a:rPr lang="en-US" sz="2800" b="1" dirty="0" err="1">
                <a:solidFill>
                  <a:prstClr val="black"/>
                </a:solidFill>
              </a:rPr>
              <a:t>Thịt</a:t>
            </a:r>
            <a:r>
              <a:rPr lang="en-US" sz="2800" b="1" dirty="0">
                <a:solidFill>
                  <a:prstClr val="black"/>
                </a:solidFill>
              </a:rPr>
              <a:t> </a:t>
            </a:r>
            <a:r>
              <a:rPr lang="en-US" sz="2800" b="1" dirty="0" err="1">
                <a:solidFill>
                  <a:prstClr val="black"/>
                </a:solidFill>
              </a:rPr>
              <a:t>gà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124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9" grpId="0" animBg="1"/>
      <p:bldP spid="11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065211" y="1505611"/>
            <a:ext cx="4206853" cy="380313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/>
              <a:t>料</a:t>
            </a:r>
            <a:endParaRPr lang="en-US" sz="24500" dirty="0"/>
          </a:p>
        </p:txBody>
      </p:sp>
      <p:sp>
        <p:nvSpPr>
          <p:cNvPr id="13" name="Rounded Rectangle 12"/>
          <p:cNvSpPr/>
          <p:nvPr/>
        </p:nvSpPr>
        <p:spPr>
          <a:xfrm>
            <a:off x="2059385" y="5715000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en-US" sz="2800" dirty="0">
                <a:solidFill>
                  <a:srgbClr val="000000"/>
                </a:solidFill>
                <a:latin typeface="Tahoma" charset="0"/>
                <a:cs typeface="Tahoma" charset="0"/>
              </a:rPr>
              <a:t>(LIỆU)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950947" y="685800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りょう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BAA9FB46-01D5-4CAA-B286-6E568CC4012D}"/>
              </a:ext>
            </a:extLst>
          </p:cNvPr>
          <p:cNvSpPr/>
          <p:nvPr/>
        </p:nvSpPr>
        <p:spPr>
          <a:xfrm>
            <a:off x="6627812" y="1905000"/>
            <a:ext cx="4206853" cy="1097873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料金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りょうきん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Tiền</a:t>
            </a:r>
            <a:r>
              <a:rPr lang="en-US" altLang="ja-JP" sz="2800" b="1" dirty="0">
                <a:solidFill>
                  <a:schemeClr val="tx1"/>
                </a:solidFill>
              </a:rPr>
              <a:t> </a:t>
            </a:r>
            <a:r>
              <a:rPr lang="en-US" altLang="ja-JP" sz="2800" b="1" dirty="0" err="1">
                <a:solidFill>
                  <a:schemeClr val="tx1"/>
                </a:solidFill>
              </a:rPr>
              <a:t>lương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EC90048-BDE6-486A-BFD0-49EFF1375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196678">
            <a:off x="7071418" y="4432445"/>
            <a:ext cx="4438650" cy="1752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51712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989011" y="1275761"/>
            <a:ext cx="3794083" cy="3976437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/>
              <a:t>理</a:t>
            </a:r>
            <a:endParaRPr lang="en-US" sz="24500" dirty="0"/>
          </a:p>
        </p:txBody>
      </p:sp>
      <p:sp>
        <p:nvSpPr>
          <p:cNvPr id="13" name="Rounded Rectangle 12"/>
          <p:cNvSpPr/>
          <p:nvPr/>
        </p:nvSpPr>
        <p:spPr>
          <a:xfrm>
            <a:off x="1900986" y="5582239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  <a:latin typeface="Tahoma" charset="0"/>
                <a:cs typeface="Tahoma" charset="0"/>
              </a:rPr>
              <a:t>(LÝ)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74812" y="506133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600" b="1" dirty="0">
                <a:solidFill>
                  <a:schemeClr val="tx1"/>
                </a:solidFill>
              </a:rPr>
              <a:t>り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04405711-1293-4571-ABAD-31B306493B94}"/>
              </a:ext>
            </a:extLst>
          </p:cNvPr>
          <p:cNvSpPr/>
          <p:nvPr/>
        </p:nvSpPr>
        <p:spPr>
          <a:xfrm>
            <a:off x="6475412" y="1905000"/>
            <a:ext cx="4495802" cy="910369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料理</a:t>
            </a:r>
            <a:r>
              <a:rPr lang="en-US" altLang="ja-JP" sz="2800" dirty="0"/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りょうり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  <a:endParaRPr lang="en-US" altLang="ja-JP" sz="2800" dirty="0">
              <a:solidFill>
                <a:prstClr val="black"/>
              </a:solidFill>
              <a:latin typeface="Calibri"/>
            </a:endParaRPr>
          </a:p>
          <a:p>
            <a:pPr algn="ctr"/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Món</a:t>
            </a:r>
            <a:r>
              <a:rPr lang="en-US" altLang="ja-JP" sz="2800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dirty="0" err="1">
                <a:solidFill>
                  <a:prstClr val="black"/>
                </a:solidFill>
                <a:latin typeface="Calibri"/>
              </a:rPr>
              <a:t>ăn</a:t>
            </a:r>
            <a:endParaRPr lang="en-US" altLang="ja-JP" sz="2800" dirty="0">
              <a:solidFill>
                <a:prstClr val="black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BADD460-E0CD-474B-9C08-16E621385C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65100">
            <a:off x="6935218" y="4385422"/>
            <a:ext cx="4391025" cy="173355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61972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197476" y="1419250"/>
            <a:ext cx="3844860" cy="3726868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/>
              <a:t>野</a:t>
            </a:r>
            <a:endParaRPr lang="en-US" sz="24500" dirty="0"/>
          </a:p>
        </p:txBody>
      </p:sp>
      <p:sp>
        <p:nvSpPr>
          <p:cNvPr id="13" name="Rounded Rectangle 12"/>
          <p:cNvSpPr/>
          <p:nvPr/>
        </p:nvSpPr>
        <p:spPr>
          <a:xfrm>
            <a:off x="2129306" y="6127459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(DÃ)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61844" y="770856"/>
            <a:ext cx="2116123" cy="47748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/>
            </a:pPr>
            <a:r>
              <a:rPr lang="ja-JP" altLang="en-US" sz="3600" b="1" dirty="0">
                <a:solidFill>
                  <a:schemeClr val="tx1"/>
                </a:solidFill>
              </a:rPr>
              <a:t>や</a:t>
            </a:r>
            <a:endParaRPr lang="en-US" sz="3599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9" name="Rounded Rectangle 9">
            <a:extLst>
              <a:ext uri="{FF2B5EF4-FFF2-40B4-BE49-F238E27FC236}">
                <a16:creationId xmlns:a16="http://schemas.microsoft.com/office/drawing/2014/main" id="{1B8C18B0-A046-4F88-A5C7-49852D33716C}"/>
              </a:ext>
            </a:extLst>
          </p:cNvPr>
          <p:cNvSpPr/>
          <p:nvPr/>
        </p:nvSpPr>
        <p:spPr>
          <a:xfrm>
            <a:off x="6679494" y="921176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野菜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やさい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</a:p>
          <a:p>
            <a:pPr algn="ctr"/>
            <a:r>
              <a:rPr lang="en-US" sz="2800" dirty="0"/>
              <a:t>Rau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Rounded Rectangle 12">
            <a:extLst>
              <a:ext uri="{FF2B5EF4-FFF2-40B4-BE49-F238E27FC236}">
                <a16:creationId xmlns:a16="http://schemas.microsoft.com/office/drawing/2014/main" id="{19D67236-238C-42E7-80BA-2B8D57D75B4B}"/>
              </a:ext>
            </a:extLst>
          </p:cNvPr>
          <p:cNvSpPr/>
          <p:nvPr/>
        </p:nvSpPr>
        <p:spPr>
          <a:xfrm>
            <a:off x="2129306" y="5365379"/>
            <a:ext cx="2089638" cy="4572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の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36A69AD-2608-4511-90E1-1A6E08B9BA6D}"/>
              </a:ext>
            </a:extLst>
          </p:cNvPr>
          <p:cNvSpPr/>
          <p:nvPr/>
        </p:nvSpPr>
        <p:spPr>
          <a:xfrm>
            <a:off x="6704012" y="2181824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長野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ながの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</a:p>
          <a:p>
            <a:pPr algn="ctr"/>
            <a:r>
              <a:rPr lang="en-US" sz="2800" dirty="0" err="1"/>
              <a:t>Tỉnh</a:t>
            </a:r>
            <a:r>
              <a:rPr lang="en-US" sz="2800" dirty="0"/>
              <a:t> Nagano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5" name="Rounded Rectangle 9">
            <a:extLst>
              <a:ext uri="{FF2B5EF4-FFF2-40B4-BE49-F238E27FC236}">
                <a16:creationId xmlns:a16="http://schemas.microsoft.com/office/drawing/2014/main" id="{8836F255-F063-49EE-B241-A6352FF60759}"/>
              </a:ext>
            </a:extLst>
          </p:cNvPr>
          <p:cNvSpPr/>
          <p:nvPr/>
        </p:nvSpPr>
        <p:spPr>
          <a:xfrm>
            <a:off x="6679493" y="3442473"/>
            <a:ext cx="4206853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野</a:t>
            </a:r>
            <a:r>
              <a:rPr lang="en-US" altLang="ja-JP" sz="2800" dirty="0"/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の</a:t>
            </a:r>
            <a:r>
              <a:rPr lang="ja-JP" altLang="en-US" sz="2800" dirty="0"/>
              <a:t>）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</a:rPr>
              <a:t> </a:t>
            </a:r>
          </a:p>
          <a:p>
            <a:pPr algn="ctr"/>
            <a:r>
              <a:rPr lang="en-US" sz="2800" dirty="0" err="1"/>
              <a:t>Đổng</a:t>
            </a:r>
            <a:r>
              <a:rPr lang="en-US" sz="2800" dirty="0"/>
              <a:t> </a:t>
            </a:r>
            <a:r>
              <a:rPr lang="en-US" sz="2800" dirty="0" err="1"/>
              <a:t>bằng</a:t>
            </a:r>
            <a:r>
              <a:rPr lang="en-US" sz="2800" dirty="0"/>
              <a:t>, </a:t>
            </a:r>
            <a:r>
              <a:rPr lang="en-US" sz="2800" dirty="0" err="1"/>
              <a:t>hoang</a:t>
            </a:r>
            <a:r>
              <a:rPr lang="en-US" sz="2800" dirty="0"/>
              <a:t> </a:t>
            </a:r>
            <a:r>
              <a:rPr lang="en-US" sz="2800" dirty="0" err="1"/>
              <a:t>dã</a:t>
            </a:r>
            <a:r>
              <a:rPr lang="en-US" sz="2800" dirty="0"/>
              <a:t> 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69A464-5418-4FC3-AFE6-C5C038CE9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80844">
            <a:off x="6772335" y="4567263"/>
            <a:ext cx="4414416" cy="167904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94837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9" grpId="0" animBg="1"/>
      <p:bldP spid="7" grpId="0" animBg="1"/>
      <p:bldP spid="10" grpId="0" animBg="1"/>
      <p:bldP spid="1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57453" y="1307570"/>
            <a:ext cx="3842628" cy="350672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/>
              <a:t>半</a:t>
            </a:r>
            <a:endParaRPr lang="en-US" sz="24500" dirty="0"/>
          </a:p>
        </p:txBody>
      </p:sp>
      <p:sp>
        <p:nvSpPr>
          <p:cNvPr id="13" name="Rounded Rectangle 12"/>
          <p:cNvSpPr/>
          <p:nvPr/>
        </p:nvSpPr>
        <p:spPr>
          <a:xfrm>
            <a:off x="2265089" y="6063944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(BÁN)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93891" y="530665"/>
            <a:ext cx="2198076" cy="442246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はん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77FD5AD7-A969-463C-A9CF-827E7153A603}"/>
              </a:ext>
            </a:extLst>
          </p:cNvPr>
          <p:cNvSpPr/>
          <p:nvPr/>
        </p:nvSpPr>
        <p:spPr>
          <a:xfrm>
            <a:off x="6475536" y="809496"/>
            <a:ext cx="4504817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半日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はんじつ</a:t>
            </a:r>
            <a:r>
              <a:rPr lang="en-US" altLang="ja-JP" sz="2800" b="1" dirty="0">
                <a:solidFill>
                  <a:schemeClr val="tx1"/>
                </a:solidFill>
              </a:rPr>
              <a:t>/</a:t>
            </a:r>
            <a:r>
              <a:rPr lang="ja-JP" altLang="en-US" sz="2800" b="1" dirty="0">
                <a:solidFill>
                  <a:schemeClr val="tx1"/>
                </a:solidFill>
              </a:rPr>
              <a:t>はんにち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algn="ctr"/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Nửa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ngày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endParaRPr lang="en-US" altLang="ja-JP" sz="2800" b="1" dirty="0">
              <a:solidFill>
                <a:prstClr val="black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FC04C6C-6EB4-42C8-9655-DB6D83B4E4FC}"/>
              </a:ext>
            </a:extLst>
          </p:cNvPr>
          <p:cNvSpPr/>
          <p:nvPr/>
        </p:nvSpPr>
        <p:spPr>
          <a:xfrm>
            <a:off x="6475536" y="2160927"/>
            <a:ext cx="4504817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半年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はんとし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algn="ctr"/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Nửa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năm</a:t>
            </a:r>
            <a:endParaRPr lang="en-US" altLang="ja-JP" sz="2800" b="1" dirty="0">
              <a:solidFill>
                <a:prstClr val="black"/>
              </a:solidFill>
            </a:endParaRPr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78BF0126-B49D-442F-BDEB-CCE540B86B61}"/>
              </a:ext>
            </a:extLst>
          </p:cNvPr>
          <p:cNvSpPr/>
          <p:nvPr/>
        </p:nvSpPr>
        <p:spPr>
          <a:xfrm>
            <a:off x="1979612" y="5148949"/>
            <a:ext cx="2765698" cy="580336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なか・ば</a:t>
            </a:r>
            <a:endParaRPr lang="en-US" sz="3600" b="1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F73E04-0340-4319-AB16-0726C45E08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17694">
            <a:off x="7983275" y="4596154"/>
            <a:ext cx="3351751" cy="168592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5FEF510F-2F92-4AAF-9870-BAA2C2492DAF}"/>
              </a:ext>
            </a:extLst>
          </p:cNvPr>
          <p:cNvSpPr/>
          <p:nvPr/>
        </p:nvSpPr>
        <p:spPr>
          <a:xfrm>
            <a:off x="6475536" y="3439886"/>
            <a:ext cx="4504817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半月</a:t>
            </a:r>
            <a:r>
              <a:rPr lang="ja-JP" altLang="en-US" sz="2800" dirty="0"/>
              <a:t>（</a:t>
            </a:r>
            <a:r>
              <a:rPr lang="ja-JP" altLang="en-US" sz="2800" b="1" dirty="0">
                <a:solidFill>
                  <a:schemeClr val="tx1"/>
                </a:solidFill>
              </a:rPr>
              <a:t>はんつき</a:t>
            </a:r>
            <a:r>
              <a:rPr lang="ja-JP" altLang="en-US" sz="2800" dirty="0"/>
              <a:t>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algn="ctr"/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Nửa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tháng</a:t>
            </a:r>
            <a:endParaRPr lang="en-US" altLang="ja-JP" sz="28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2031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7" grpId="0" animBg="1"/>
      <p:bldP spid="10" grpId="0" animBg="1"/>
      <p:bldP spid="15" grpId="0" animBg="1"/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34375" y="1474900"/>
            <a:ext cx="3842628" cy="350672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/>
              <a:t>大</a:t>
            </a:r>
            <a:endParaRPr lang="en-US" sz="24500" dirty="0"/>
          </a:p>
        </p:txBody>
      </p:sp>
      <p:sp>
        <p:nvSpPr>
          <p:cNvPr id="13" name="Rounded Rectangle 12"/>
          <p:cNvSpPr/>
          <p:nvPr/>
        </p:nvSpPr>
        <p:spPr>
          <a:xfrm>
            <a:off x="2265089" y="6063944"/>
            <a:ext cx="1981200" cy="4572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(ĐẠI)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23358" y="620944"/>
            <a:ext cx="2657521" cy="59805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だい</a:t>
            </a:r>
            <a:r>
              <a:rPr lang="en-US" altLang="ja-JP" sz="3600" b="1" dirty="0">
                <a:solidFill>
                  <a:schemeClr val="tx1"/>
                </a:solidFill>
              </a:rPr>
              <a:t>/</a:t>
            </a:r>
            <a:r>
              <a:rPr lang="ja-JP" altLang="en-US" sz="3600" b="1" dirty="0">
                <a:solidFill>
                  <a:schemeClr val="tx1"/>
                </a:solidFill>
              </a:rPr>
              <a:t>たい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77FD5AD7-A969-463C-A9CF-827E7153A603}"/>
              </a:ext>
            </a:extLst>
          </p:cNvPr>
          <p:cNvSpPr/>
          <p:nvPr/>
        </p:nvSpPr>
        <p:spPr>
          <a:xfrm>
            <a:off x="6475536" y="809496"/>
            <a:ext cx="4504817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rgbClr val="FF0000"/>
                </a:solidFill>
              </a:rPr>
              <a:t>大人</a:t>
            </a:r>
            <a:r>
              <a:rPr lang="ja-JP" altLang="en-US" sz="2800" dirty="0">
                <a:solidFill>
                  <a:srgbClr val="FF0000"/>
                </a:solidFill>
              </a:rPr>
              <a:t>（</a:t>
            </a:r>
            <a:r>
              <a:rPr lang="ja-JP" altLang="en-US" sz="2800" b="1" dirty="0">
                <a:solidFill>
                  <a:srgbClr val="FF0000"/>
                </a:solidFill>
              </a:rPr>
              <a:t>おとな</a:t>
            </a:r>
            <a:r>
              <a:rPr lang="ja-JP" altLang="en-US" sz="2800" dirty="0">
                <a:solidFill>
                  <a:srgbClr val="FF0000"/>
                </a:solidFill>
              </a:rPr>
              <a:t>）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algn="ctr"/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Người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lớn</a:t>
            </a:r>
            <a:endParaRPr lang="en-US" altLang="ja-JP" sz="2800" b="1" dirty="0">
              <a:solidFill>
                <a:prstClr val="black"/>
              </a:solidFill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FC04C6C-6EB4-42C8-9655-DB6D83B4E4FC}"/>
              </a:ext>
            </a:extLst>
          </p:cNvPr>
          <p:cNvSpPr/>
          <p:nvPr/>
        </p:nvSpPr>
        <p:spPr>
          <a:xfrm>
            <a:off x="6475536" y="2160927"/>
            <a:ext cx="4504817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/>
              <a:t>大半（たいはん）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algn="ctr"/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Phần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lớn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phần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nhiều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,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đa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số</a:t>
            </a:r>
            <a:endParaRPr lang="en-US" altLang="ja-JP" sz="2800" b="1" dirty="0">
              <a:solidFill>
                <a:prstClr val="black"/>
              </a:solidFill>
            </a:endParaRPr>
          </a:p>
        </p:txBody>
      </p:sp>
      <p:sp>
        <p:nvSpPr>
          <p:cNvPr id="15" name="Rounded Rectangle 16">
            <a:extLst>
              <a:ext uri="{FF2B5EF4-FFF2-40B4-BE49-F238E27FC236}">
                <a16:creationId xmlns:a16="http://schemas.microsoft.com/office/drawing/2014/main" id="{78BF0126-B49D-442F-BDEB-CCE540B86B61}"/>
              </a:ext>
            </a:extLst>
          </p:cNvPr>
          <p:cNvSpPr/>
          <p:nvPr/>
        </p:nvSpPr>
        <p:spPr>
          <a:xfrm>
            <a:off x="2014060" y="5232614"/>
            <a:ext cx="2765698" cy="580336"/>
          </a:xfrm>
          <a:prstGeom prst="roundRect">
            <a:avLst>
              <a:gd name="adj" fmla="val 0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おお・きい</a:t>
            </a:r>
            <a:endParaRPr lang="en-US" sz="36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5FEF510F-2F92-4AAF-9870-BAA2C2492DAF}"/>
              </a:ext>
            </a:extLst>
          </p:cNvPr>
          <p:cNvSpPr/>
          <p:nvPr/>
        </p:nvSpPr>
        <p:spPr>
          <a:xfrm>
            <a:off x="6475536" y="3439886"/>
            <a:ext cx="4504817" cy="9961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dirty="0"/>
              <a:t>大会（たいかい） </a:t>
            </a:r>
            <a:r>
              <a:rPr lang="en-US" altLang="ja-JP" sz="2800" dirty="0"/>
              <a:t>: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</a:p>
          <a:p>
            <a:pPr algn="ctr"/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Đại</a:t>
            </a:r>
            <a:r>
              <a:rPr lang="en-US" altLang="ja-JP" sz="2800" b="1" dirty="0">
                <a:solidFill>
                  <a:prstClr val="black"/>
                </a:solidFill>
                <a:latin typeface="Calibri"/>
              </a:rPr>
              <a:t> </a:t>
            </a:r>
            <a:r>
              <a:rPr lang="en-US" altLang="ja-JP" sz="2800" b="1" dirty="0" err="1">
                <a:solidFill>
                  <a:prstClr val="black"/>
                </a:solidFill>
                <a:latin typeface="Calibri"/>
              </a:rPr>
              <a:t>hội</a:t>
            </a:r>
            <a:endParaRPr lang="en-US" altLang="ja-JP" sz="2800" b="1" dirty="0">
              <a:solidFill>
                <a:prstClr val="black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3124F7E-207B-4C3C-9EB0-C6AC7268CD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403345">
            <a:off x="8125451" y="4521129"/>
            <a:ext cx="3029167" cy="183008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647255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7" grpId="0" animBg="1"/>
      <p:bldP spid="10" grpId="0" animBg="1"/>
      <p:bldP spid="15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162819" y="1485900"/>
            <a:ext cx="3984062" cy="3733800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NtMotoyaKyotai" panose="02020300000000000000" pitchFamily="18" charset="-128"/>
                <a:ea typeface="NtMotoyaKyotai" panose="02020300000000000000" pitchFamily="18" charset="-128"/>
              </a:rPr>
              <a:t>書</a:t>
            </a:r>
            <a:endParaRPr lang="en-US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2164250" y="6174372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(ẨM)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055812" y="683628"/>
            <a:ext cx="2198076" cy="6096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しょ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9C6213CC-4FEA-460A-A9EE-DA84FD99C9B8}"/>
              </a:ext>
            </a:extLst>
          </p:cNvPr>
          <p:cNvSpPr/>
          <p:nvPr/>
        </p:nvSpPr>
        <p:spPr>
          <a:xfrm>
            <a:off x="6475412" y="1031638"/>
            <a:ext cx="4876800" cy="90852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読書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どくしょ</a:t>
            </a:r>
            <a:r>
              <a:rPr lang="en-US" altLang="ja-JP" sz="2800" dirty="0"/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dirty="0" err="1"/>
              <a:t>Đọc</a:t>
            </a:r>
            <a:r>
              <a:rPr lang="en-US" sz="2800" dirty="0"/>
              <a:t> </a:t>
            </a:r>
            <a:r>
              <a:rPr lang="en-US" sz="2800" dirty="0" err="1"/>
              <a:t>sách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57C138D3-65FB-4712-B2B5-A67EBA76F5A8}"/>
              </a:ext>
            </a:extLst>
          </p:cNvPr>
          <p:cNvSpPr/>
          <p:nvPr/>
        </p:nvSpPr>
        <p:spPr>
          <a:xfrm>
            <a:off x="1624794" y="5412372"/>
            <a:ext cx="3081771" cy="45720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ja-JP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か・きます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  <a:p>
            <a:pPr algn="ctr"/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D744851-C72E-4506-9F2A-D86A951A3581}"/>
              </a:ext>
            </a:extLst>
          </p:cNvPr>
          <p:cNvSpPr/>
          <p:nvPr/>
        </p:nvSpPr>
        <p:spPr>
          <a:xfrm>
            <a:off x="6475412" y="2230319"/>
            <a:ext cx="4876800" cy="90852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辞書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じしょ</a:t>
            </a:r>
            <a:r>
              <a:rPr lang="en-US" altLang="ja-JP" sz="2800" dirty="0"/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dirty="0" err="1"/>
              <a:t>Từ</a:t>
            </a:r>
            <a:r>
              <a:rPr lang="en-US" sz="2800" dirty="0"/>
              <a:t> </a:t>
            </a:r>
            <a:r>
              <a:rPr lang="en-US" sz="2800" dirty="0" err="1"/>
              <a:t>điển</a:t>
            </a:r>
            <a:r>
              <a:rPr lang="en-US" sz="2800" dirty="0"/>
              <a:t> 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763CE0DF-F0E4-4056-B155-A47049E92FC2}"/>
              </a:ext>
            </a:extLst>
          </p:cNvPr>
          <p:cNvSpPr/>
          <p:nvPr/>
        </p:nvSpPr>
        <p:spPr>
          <a:xfrm>
            <a:off x="6475412" y="3429000"/>
            <a:ext cx="4876800" cy="908524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書き物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かきもの</a:t>
            </a:r>
            <a:r>
              <a:rPr lang="en-US" altLang="ja-JP" sz="2800" dirty="0"/>
              <a:t>)</a:t>
            </a:r>
            <a:r>
              <a:rPr lang="ja-JP" altLang="en-US" sz="2800" dirty="0"/>
              <a:t> </a:t>
            </a:r>
            <a:r>
              <a:rPr lang="en-US" altLang="ja-JP" sz="2800" dirty="0"/>
              <a:t>:</a:t>
            </a:r>
            <a:endParaRPr lang="en-US" altLang="ja-JP" sz="2800" b="1" dirty="0">
              <a:solidFill>
                <a:prstClr val="black"/>
              </a:solidFill>
            </a:endParaRPr>
          </a:p>
          <a:p>
            <a:pPr algn="ctr"/>
            <a:r>
              <a:rPr lang="en-US" sz="2800" dirty="0" err="1"/>
              <a:t>Thứ</a:t>
            </a:r>
            <a:r>
              <a:rPr lang="en-US" sz="2800" dirty="0"/>
              <a:t> </a:t>
            </a:r>
            <a:r>
              <a:rPr lang="en-US" sz="2800" dirty="0" err="1"/>
              <a:t>được</a:t>
            </a:r>
            <a:r>
              <a:rPr lang="en-US" sz="2800" dirty="0"/>
              <a:t> </a:t>
            </a:r>
            <a:r>
              <a:rPr lang="en-US" sz="2800" dirty="0" err="1"/>
              <a:t>viết</a:t>
            </a:r>
            <a:r>
              <a:rPr lang="en-US" sz="2800" dirty="0"/>
              <a:t>, </a:t>
            </a:r>
            <a:r>
              <a:rPr lang="en-US" sz="2800" dirty="0" err="1"/>
              <a:t>tài</a:t>
            </a:r>
            <a:r>
              <a:rPr lang="en-US" sz="2800" dirty="0"/>
              <a:t> </a:t>
            </a:r>
            <a:r>
              <a:rPr lang="en-US" sz="2800" dirty="0" err="1"/>
              <a:t>liệu</a:t>
            </a:r>
            <a:r>
              <a:rPr lang="en-US" sz="2800" dirty="0"/>
              <a:t> </a:t>
            </a:r>
            <a:r>
              <a:rPr lang="en-US" sz="2800" dirty="0" err="1"/>
              <a:t>văn</a:t>
            </a:r>
            <a:r>
              <a:rPr lang="en-US" sz="2800" dirty="0"/>
              <a:t> </a:t>
            </a:r>
            <a:r>
              <a:rPr lang="en-US" sz="2800" dirty="0" err="1"/>
              <a:t>bản</a:t>
            </a:r>
            <a:endParaRPr lang="en-US" sz="2800" b="1" dirty="0">
              <a:solidFill>
                <a:prstClr val="black"/>
              </a:solidFill>
              <a:latin typeface="Calibri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290A07-2D89-4499-9442-07752B164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341990">
            <a:off x="6982161" y="4493481"/>
            <a:ext cx="4480070" cy="1733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13518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1"/>
          <p:cNvSpPr/>
          <p:nvPr/>
        </p:nvSpPr>
        <p:spPr>
          <a:xfrm>
            <a:off x="1333128" y="1142826"/>
            <a:ext cx="4013613" cy="3855255"/>
          </a:xfrm>
          <a:prstGeom prst="frame">
            <a:avLst>
              <a:gd name="adj1" fmla="val 4437"/>
            </a:avLst>
          </a:prstGeom>
          <a:solidFill>
            <a:srgbClr val="C00000"/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500" dirty="0"/>
              <a:t>小</a:t>
            </a:r>
            <a:endParaRPr lang="en-US" sz="24500" dirty="0"/>
          </a:p>
        </p:txBody>
      </p:sp>
      <p:sp>
        <p:nvSpPr>
          <p:cNvPr id="15" name="Rounded Rectangle 14"/>
          <p:cNvSpPr/>
          <p:nvPr/>
        </p:nvSpPr>
        <p:spPr>
          <a:xfrm>
            <a:off x="2349334" y="6054567"/>
            <a:ext cx="1981200" cy="457200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(THOẠI)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897" y="417907"/>
            <a:ext cx="2198076" cy="529191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dirty="0">
                <a:latin typeface="NtMotoyaKyotai" panose="02020300000000000000" pitchFamily="18" charset="-128"/>
                <a:ea typeface="NtMotoyaKyotai" panose="02020300000000000000" pitchFamily="18" charset="-128"/>
              </a:rPr>
              <a:t>ばい</a:t>
            </a:r>
            <a:endParaRPr lang="en-US" sz="3600" dirty="0">
              <a:latin typeface="NtMotoyaKyotai" panose="02020300000000000000" pitchFamily="18" charset="-128"/>
              <a:ea typeface="NtMotoyaKyotai" panose="02020300000000000000" pitchFamily="18" charset="-128"/>
            </a:endParaRPr>
          </a:p>
        </p:txBody>
      </p:sp>
      <p:sp>
        <p:nvSpPr>
          <p:cNvPr id="7" name="Rounded Rectangle 9">
            <a:extLst>
              <a:ext uri="{FF2B5EF4-FFF2-40B4-BE49-F238E27FC236}">
                <a16:creationId xmlns:a16="http://schemas.microsoft.com/office/drawing/2014/main" id="{1EE85006-1B51-4F8D-BDE0-661E89B8404A}"/>
              </a:ext>
            </a:extLst>
          </p:cNvPr>
          <p:cNvSpPr/>
          <p:nvPr/>
        </p:nvSpPr>
        <p:spPr>
          <a:xfrm>
            <a:off x="6361790" y="1414274"/>
            <a:ext cx="4456485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800" b="1" dirty="0">
                <a:solidFill>
                  <a:schemeClr val="tx1"/>
                </a:solidFill>
              </a:rPr>
              <a:t>小人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こびと</a:t>
            </a:r>
            <a:r>
              <a:rPr lang="en-US" altLang="ja-JP" sz="2800" b="1" dirty="0">
                <a:solidFill>
                  <a:schemeClr val="tx1"/>
                </a:solidFill>
              </a:rPr>
              <a:t>): </a:t>
            </a:r>
            <a:r>
              <a:rPr lang="en-US" sz="2800" b="1" dirty="0" err="1">
                <a:solidFill>
                  <a:schemeClr val="tx1"/>
                </a:solidFill>
              </a:rPr>
              <a:t>Trẻ</a:t>
            </a:r>
            <a:r>
              <a:rPr lang="en-US" sz="2800" b="1" dirty="0">
                <a:solidFill>
                  <a:schemeClr val="tx1"/>
                </a:solidFill>
              </a:rPr>
              <a:t> con</a:t>
            </a:r>
          </a:p>
        </p:txBody>
      </p:sp>
      <p:sp>
        <p:nvSpPr>
          <p:cNvPr id="8" name="Rounded Rectangle 15">
            <a:extLst>
              <a:ext uri="{FF2B5EF4-FFF2-40B4-BE49-F238E27FC236}">
                <a16:creationId xmlns:a16="http://schemas.microsoft.com/office/drawing/2014/main" id="{A0A57C84-1D77-4401-8FCB-0545E47795E3}"/>
              </a:ext>
            </a:extLst>
          </p:cNvPr>
          <p:cNvSpPr/>
          <p:nvPr/>
        </p:nvSpPr>
        <p:spPr>
          <a:xfrm>
            <a:off x="2240897" y="5193809"/>
            <a:ext cx="2198076" cy="66503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3600" b="1" dirty="0">
                <a:solidFill>
                  <a:schemeClr val="tx1"/>
                </a:solidFill>
              </a:rPr>
              <a:t>ちい・さい</a:t>
            </a:r>
            <a:endParaRPr lang="en-US" altLang="ja-JP" sz="3600" b="1" dirty="0">
              <a:solidFill>
                <a:schemeClr val="tx1"/>
              </a:solidFill>
            </a:endParaRPr>
          </a:p>
        </p:txBody>
      </p:sp>
      <p:sp>
        <p:nvSpPr>
          <p:cNvPr id="11" name="Rounded Rectangle 9">
            <a:extLst>
              <a:ext uri="{FF2B5EF4-FFF2-40B4-BE49-F238E27FC236}">
                <a16:creationId xmlns:a16="http://schemas.microsoft.com/office/drawing/2014/main" id="{0C440D29-FB85-4F7A-A279-052C4305C8D0}"/>
              </a:ext>
            </a:extLst>
          </p:cNvPr>
          <p:cNvSpPr/>
          <p:nvPr/>
        </p:nvSpPr>
        <p:spPr>
          <a:xfrm>
            <a:off x="6399212" y="2820338"/>
            <a:ext cx="4456485" cy="990600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ja-JP" altLang="en-US" sz="2400" b="1" dirty="0">
                <a:solidFill>
                  <a:prstClr val="black"/>
                </a:solidFill>
              </a:rPr>
              <a:t>	</a:t>
            </a:r>
            <a:r>
              <a:rPr lang="ja-JP" altLang="en-US" sz="2800" b="1" dirty="0">
                <a:solidFill>
                  <a:schemeClr val="tx1"/>
                </a:solidFill>
              </a:rPr>
              <a:t>小学生</a:t>
            </a:r>
            <a:r>
              <a:rPr lang="en-US" altLang="ja-JP" sz="2800" b="1" dirty="0">
                <a:solidFill>
                  <a:schemeClr val="tx1"/>
                </a:solidFill>
              </a:rPr>
              <a:t>(</a:t>
            </a:r>
            <a:r>
              <a:rPr lang="ja-JP" altLang="en-US" sz="2800" b="1" dirty="0">
                <a:solidFill>
                  <a:schemeClr val="tx1"/>
                </a:solidFill>
              </a:rPr>
              <a:t>しょうがくせい</a:t>
            </a:r>
            <a:r>
              <a:rPr lang="en-US" altLang="ja-JP" sz="2800" b="1" dirty="0">
                <a:solidFill>
                  <a:schemeClr val="tx1"/>
                </a:solidFill>
              </a:rPr>
              <a:t>):</a:t>
            </a:r>
          </a:p>
          <a:p>
            <a:pPr algn="ctr"/>
            <a:r>
              <a:rPr lang="en-US" sz="2800" b="1" dirty="0" err="1">
                <a:solidFill>
                  <a:schemeClr val="tx1"/>
                </a:solidFill>
              </a:rPr>
              <a:t>Điện</a:t>
            </a:r>
            <a:r>
              <a:rPr lang="en-US" sz="2800" b="1" dirty="0">
                <a:solidFill>
                  <a:schemeClr val="tx1"/>
                </a:solidFill>
              </a:rPr>
              <a:t> </a:t>
            </a:r>
            <a:r>
              <a:rPr lang="en-US" sz="2800" b="1" dirty="0" err="1">
                <a:solidFill>
                  <a:schemeClr val="tx1"/>
                </a:solidFill>
              </a:rPr>
              <a:t>thoại</a:t>
            </a:r>
            <a:endParaRPr lang="en-US" sz="2800" b="1" dirty="0">
              <a:solidFill>
                <a:schemeClr val="tx1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618F91-FFE9-4E35-B42B-0FA5FBEB6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178817">
            <a:off x="7491971" y="4238297"/>
            <a:ext cx="3899564" cy="191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973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5" grpId="0" animBg="1"/>
      <p:bldP spid="16" grpId="0" animBg="1"/>
      <p:bldP spid="7" grpId="0" animBg="1"/>
      <p:bldP spid="8" grpId="0" animBg="1"/>
      <p:bldP spid="11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  <p:tag name="MMPROD_NEXTUNIQUEID" val="10011"/>
  <p:tag name="MMPROD_UIDATA" val="&lt;database version=&quot;9.0&quot;&gt;&lt;object type=&quot;1&quot; unique_id=&quot;10001&quot;&gt;&lt;object type=&quot;8&quot; unique_id=&quot;10518&quot;&gt;&lt;/object&gt;&lt;object type=&quot;2&quot; unique_id=&quot;10519&quot;&gt;&lt;object type=&quot;3&quot; unique_id=&quot;10520&quot;&gt;&lt;property id=&quot;20148&quot; value=&quot;5&quot;/&gt;&lt;property id=&quot;20300&quot; value=&quot;Slide 1&quot;/&gt;&lt;property id=&quot;20307&quot; value=&quot;256&quot;/&gt;&lt;/object&gt;&lt;object type=&quot;3&quot; unique_id=&quot;10523&quot;&gt;&lt;property id=&quot;20148&quot; value=&quot;5&quot;/&gt;&lt;property id=&quot;20300&quot; value=&quot;Slide 2&quot;/&gt;&lt;property id=&quot;20307&quot; value=&quot;258&quot;/&gt;&lt;/object&gt;&lt;object type=&quot;3&quot; unique_id=&quot;10524&quot;&gt;&lt;property id=&quot;20148&quot; value=&quot;5&quot;/&gt;&lt;property id=&quot;20300&quot; value=&quot;Slide 3&quot;/&gt;&lt;property id=&quot;20307&quot; value=&quot;259&quot;/&gt;&lt;/object&gt;&lt;object type=&quot;3&quot; unique_id=&quot;10525&quot;&gt;&lt;property id=&quot;20148&quot; value=&quot;5&quot;/&gt;&lt;property id=&quot;20300&quot; value=&quot;Slide 4&quot;/&gt;&lt;property id=&quot;20307&quot; value=&quot;260&quot;/&gt;&lt;/object&gt;&lt;object type=&quot;3&quot; unique_id=&quot;10526&quot;&gt;&lt;property id=&quot;20148&quot; value=&quot;5&quot;/&gt;&lt;property id=&quot;20300&quot; value=&quot;Slide 5&quot;/&gt;&lt;property id=&quot;20307&quot; value=&quot;261&quot;/&gt;&lt;/object&gt;&lt;object type=&quot;3&quot; unique_id=&quot;10527&quot;&gt;&lt;property id=&quot;20148&quot; value=&quot;5&quot;/&gt;&lt;property id=&quot;20300&quot; value=&quot;Slide 6&quot;/&gt;&lt;property id=&quot;20307&quot; value=&quot;262&quot;/&gt;&lt;/object&gt;&lt;object type=&quot;3&quot; unique_id=&quot;20754&quot;&gt;&lt;property id=&quot;20148&quot; value=&quot;5&quot;/&gt;&lt;property id=&quot;20300&quot; value=&quot;Slide 8&quot;/&gt;&lt;property id=&quot;20307&quot; value=&quot;265&quot;/&gt;&lt;/object&gt;&lt;object type=&quot;3&quot; unique_id=&quot;20755&quot;&gt;&lt;property id=&quot;20148&quot; value=&quot;5&quot;/&gt;&lt;property id=&quot;20300&quot; value=&quot;Slide 9&quot;/&gt;&lt;property id=&quot;20307&quot; value=&quot;266&quot;/&gt;&lt;/object&gt;&lt;object type=&quot;3&quot; unique_id=&quot;20756&quot;&gt;&lt;property id=&quot;20148&quot; value=&quot;5&quot;/&gt;&lt;property id=&quot;20300&quot; value=&quot;Slide 10&quot;/&gt;&lt;property id=&quot;20307&quot; value=&quot;267&quot;/&gt;&lt;/object&gt;&lt;object type=&quot;3&quot; unique_id=&quot;20757&quot;&gt;&lt;property id=&quot;20148&quot; value=&quot;5&quot;/&gt;&lt;property id=&quot;20300&quot; value=&quot;Slide 11&quot;/&gt;&lt;property id=&quot;20307&quot; value=&quot;268&quot;/&gt;&lt;/object&gt;&lt;object type=&quot;3&quot; unique_id=&quot;20758&quot;&gt;&lt;property id=&quot;20148&quot; value=&quot;5&quot;/&gt;&lt;property id=&quot;20300&quot; value=&quot;Slide 12&quot;/&gt;&lt;property id=&quot;20307&quot; value=&quot;269&quot;/&gt;&lt;/object&gt;&lt;object type=&quot;3&quot; unique_id=&quot;20759&quot;&gt;&lt;property id=&quot;20148&quot; value=&quot;5&quot;/&gt;&lt;property id=&quot;20300&quot; value=&quot;Slide 13&quot;/&gt;&lt;property id=&quot;20307&quot; value=&quot;270&quot;/&gt;&lt;/object&gt;&lt;object type=&quot;3&quot; unique_id=&quot;20760&quot;&gt;&lt;property id=&quot;20148&quot; value=&quot;5&quot;/&gt;&lt;property id=&quot;20300&quot; value=&quot;Slide 14&quot;/&gt;&lt;property id=&quot;20307&quot; value=&quot;271&quot;/&gt;&lt;/object&gt;&lt;object type=&quot;3&quot; unique_id=&quot;20821&quot;&gt;&lt;property id=&quot;20148&quot; value=&quot;5&quot;/&gt;&lt;property id=&quot;20300&quot; value=&quot;Slide 7&quot;/&gt;&lt;property id=&quot;20307&quot; value=&quot;273&quot;/&gt;&lt;/object&gt;&lt;object type=&quot;3&quot; unique_id=&quot;20822&quot;&gt;&lt;property id=&quot;20148&quot; value=&quot;5&quot;/&gt;&lt;property id=&quot;20300&quot; value=&quot;Slide 15&quot;/&gt;&lt;property id=&quot;20307&quot; value=&quot;272&quot;/&gt;&lt;/object&gt;&lt;/object&gt;&lt;/object&gt;&lt;/database&gt;"/>
  <p:tag name="SECTOMILLISECCONVERTED" val="1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AB946B"/>
      </a:accent1>
      <a:accent2>
        <a:srgbClr val="C04F32"/>
      </a:accent2>
      <a:accent3>
        <a:srgbClr val="DD8C3C"/>
      </a:accent3>
      <a:accent4>
        <a:srgbClr val="8E684C"/>
      </a:accent4>
      <a:accent5>
        <a:srgbClr val="CBAF62"/>
      </a:accent5>
      <a:accent6>
        <a:srgbClr val="803348"/>
      </a:accent6>
      <a:hlink>
        <a:srgbClr val="86724D"/>
      </a:hlink>
      <a:folHlink>
        <a:srgbClr val="B99E84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A2BEDC8B-F191-493B-BA33-0F4F800A89D3}"/>
    </a:ext>
  </a:extLst>
</a:theme>
</file>

<file path=ppt/theme/theme2.xml><?xml version="1.0" encoding="utf-8"?>
<a:theme xmlns:a="http://schemas.openxmlformats.org/drawingml/2006/main" name="Office Theme">
  <a:themeElements>
    <a:clrScheme name="Currency">
      <a:dk1>
        <a:sysClr val="windowText" lastClr="000000"/>
      </a:dk1>
      <a:lt1>
        <a:sysClr val="window" lastClr="FFFFFF"/>
      </a:lt1>
      <a:dk2>
        <a:srgbClr val="626817"/>
      </a:dk2>
      <a:lt2>
        <a:srgbClr val="DEE58D"/>
      </a:lt2>
      <a:accent1>
        <a:srgbClr val="F37B20"/>
      </a:accent1>
      <a:accent2>
        <a:srgbClr val="FAAF40"/>
      </a:accent2>
      <a:accent3>
        <a:srgbClr val="A8B228"/>
      </a:accent3>
      <a:accent4>
        <a:srgbClr val="DBC91F"/>
      </a:accent4>
      <a:accent5>
        <a:srgbClr val="828A1E"/>
      </a:accent5>
      <a:accent6>
        <a:srgbClr val="B8AD86"/>
      </a:accent6>
      <a:hlink>
        <a:srgbClr val="FAAF40"/>
      </a:hlink>
      <a:folHlink>
        <a:srgbClr val="A8B228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urrency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5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lin ang="18900000" scaled="0"/>
        </a:gradFill>
        <a:gradFill rotWithShape="1">
          <a:gsLst>
            <a:gs pos="0">
              <a:schemeClr val="phClr">
                <a:shade val="100000"/>
                <a:lumMod val="9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lin ang="189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45000">
              <a:schemeClr val="phClr">
                <a:lumMod val="85000"/>
                <a:lumOff val="15000"/>
              </a:schemeClr>
            </a:gs>
            <a:gs pos="100000">
              <a:schemeClr val="phClr">
                <a:shade val="100000"/>
                <a:satMod val="100000"/>
                <a:lumMod val="80000"/>
              </a:schemeClr>
            </a:gs>
          </a:gsLst>
          <a:lin ang="8100000" scaled="0"/>
        </a:gra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28000">
              <a:schemeClr val="phClr">
                <a:shade val="100000"/>
                <a:satMod val="100000"/>
                <a:lumMod val="160000"/>
              </a:schemeClr>
            </a:gs>
            <a:gs pos="100000">
              <a:schemeClr val="phClr">
                <a:shade val="100000"/>
                <a:satMod val="100000"/>
                <a:lumMod val="95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79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urrency">
      <a:dk1>
        <a:sysClr val="windowText" lastClr="000000"/>
      </a:dk1>
      <a:lt1>
        <a:sysClr val="window" lastClr="FFFFFF"/>
      </a:lt1>
      <a:dk2>
        <a:srgbClr val="626817"/>
      </a:dk2>
      <a:lt2>
        <a:srgbClr val="DEE58D"/>
      </a:lt2>
      <a:accent1>
        <a:srgbClr val="F37B20"/>
      </a:accent1>
      <a:accent2>
        <a:srgbClr val="FAAF40"/>
      </a:accent2>
      <a:accent3>
        <a:srgbClr val="A8B228"/>
      </a:accent3>
      <a:accent4>
        <a:srgbClr val="DBC91F"/>
      </a:accent4>
      <a:accent5>
        <a:srgbClr val="828A1E"/>
      </a:accent5>
      <a:accent6>
        <a:srgbClr val="B8AD86"/>
      </a:accent6>
      <a:hlink>
        <a:srgbClr val="FAAF40"/>
      </a:hlink>
      <a:folHlink>
        <a:srgbClr val="A8B228"/>
      </a:folHlink>
    </a:clrScheme>
    <a:fontScheme name="Constantia">
      <a:maj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Currency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100000"/>
                <a:satMod val="100000"/>
                <a:lumMod val="95000"/>
              </a:schemeClr>
            </a:gs>
            <a:gs pos="100000">
              <a:schemeClr val="phClr">
                <a:tint val="61000"/>
                <a:alpha val="100000"/>
                <a:satMod val="200000"/>
              </a:schemeClr>
            </a:gs>
          </a:gsLst>
          <a:lin ang="18900000" scaled="0"/>
        </a:gradFill>
        <a:gradFill rotWithShape="1">
          <a:gsLst>
            <a:gs pos="0">
              <a:schemeClr val="phClr">
                <a:shade val="100000"/>
                <a:lumMod val="95000"/>
              </a:schemeClr>
            </a:gs>
            <a:gs pos="100000">
              <a:schemeClr val="phClr">
                <a:tint val="90000"/>
                <a:alpha val="100000"/>
                <a:satMod val="200000"/>
              </a:schemeClr>
            </a:gs>
          </a:gsLst>
          <a:lin ang="189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12700" dir="13500000" algn="tl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34925" h="4762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45000">
              <a:schemeClr val="phClr">
                <a:lumMod val="85000"/>
                <a:lumOff val="15000"/>
              </a:schemeClr>
            </a:gs>
            <a:gs pos="100000">
              <a:schemeClr val="phClr">
                <a:shade val="100000"/>
                <a:satMod val="100000"/>
                <a:lumMod val="80000"/>
              </a:schemeClr>
            </a:gs>
          </a:gsLst>
          <a:lin ang="8100000" scaled="0"/>
        </a:gradFill>
        <a:gradFill rotWithShape="1">
          <a:gsLst>
            <a:gs pos="0">
              <a:schemeClr val="phClr">
                <a:tint val="100000"/>
                <a:satMod val="100000"/>
                <a:lumMod val="160000"/>
              </a:schemeClr>
            </a:gs>
            <a:gs pos="28000">
              <a:schemeClr val="phClr">
                <a:shade val="100000"/>
                <a:satMod val="100000"/>
                <a:lumMod val="160000"/>
              </a:schemeClr>
            </a:gs>
            <a:gs pos="100000">
              <a:schemeClr val="phClr">
                <a:shade val="100000"/>
                <a:satMod val="100000"/>
                <a:lumMod val="95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079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90000"/>
          </a:lnSpc>
          <a:defRPr sz="2400"/>
        </a:defPPr>
      </a:lst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3A2A3AC6-1A45-42F7-8976-E15E36AD84E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0</TotalTime>
  <Words>310</Words>
  <Application>Microsoft Office PowerPoint</Application>
  <PresentationFormat>Custom</PresentationFormat>
  <Paragraphs>71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HGMaruGothicMPRO</vt:lpstr>
      <vt:lpstr>NtMotoyaKyotai</vt:lpstr>
      <vt:lpstr>Arial</vt:lpstr>
      <vt:lpstr>Arial Rounded MT Bold</vt:lpstr>
      <vt:lpstr>Calibri</vt:lpstr>
      <vt:lpstr>Constantia</vt:lpstr>
      <vt:lpstr>Garamond</vt:lpstr>
      <vt:lpstr>Tahoma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2014-08-27T08:12:49Z</dcterms:created>
  <dcterms:modified xsi:type="dcterms:W3CDTF">2025-08-03T07:58:56Z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TC028952639991</vt:lpwstr>
  </property>
</Properties>
</file>